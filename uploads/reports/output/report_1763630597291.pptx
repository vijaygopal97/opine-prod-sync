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47.3</c:v>
                </c:pt>
                <c:pt idx="1">
                  <c:v>47.4</c:v>
                </c:pt>
                <c:pt idx="2">
                  <c:v>47.5</c:v>
                </c:pt>
                <c:pt idx="3">
                  <c:v>47.5</c:v>
                </c:pt>
                <c:pt idx="4">
                  <c:v>47.7</c:v>
                </c:pt>
                <c:pt idx="5">
                  <c:v>47.6</c:v>
                </c:pt>
                <c:pt idx="6">
                  <c:v>47.5</c:v>
                </c:pt>
                <c:pt idx="7">
                  <c:v>47.1</c:v>
                </c:pt>
                <c:pt idx="8">
                  <c:v>46.8</c:v>
                </c:pt>
                <c:pt idx="9">
                  <c:v>46.5</c:v>
                </c:pt>
                <c:pt idx="10">
                  <c:v>46.4</c:v>
                </c:pt>
                <c:pt idx="11">
                  <c:v>46.5</c:v>
                </c:pt>
                <c:pt idx="12">
                  <c:v>46.5</c:v>
                </c:pt>
                <c:pt idx="13">
                  <c:v>46.5</c:v>
                </c:pt>
                <c:pt idx="14">
                  <c:v>46.5</c:v>
                </c:pt>
                <c:pt idx="15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39.3</c:v>
                </c:pt>
                <c:pt idx="1">
                  <c:v>39.5</c:v>
                </c:pt>
                <c:pt idx="2">
                  <c:v>39.3</c:v>
                </c:pt>
                <c:pt idx="3">
                  <c:v>39.2</c:v>
                </c:pt>
                <c:pt idx="4">
                  <c:v>39.2</c:v>
                </c:pt>
                <c:pt idx="5">
                  <c:v>39.3</c:v>
                </c:pt>
                <c:pt idx="6">
                  <c:v>39.5</c:v>
                </c:pt>
                <c:pt idx="7">
                  <c:v>39.1</c:v>
                </c:pt>
                <c:pt idx="8">
                  <c:v>38.8</c:v>
                </c:pt>
                <c:pt idx="9">
                  <c:v>38.6</c:v>
                </c:pt>
                <c:pt idx="10">
                  <c:v>38.5</c:v>
                </c:pt>
                <c:pt idx="11">
                  <c:v>38.4</c:v>
                </c:pt>
                <c:pt idx="12">
                  <c:v>38.3</c:v>
                </c:pt>
                <c:pt idx="13">
                  <c:v>38.3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4.7</c:v>
                </c:pt>
                <c:pt idx="3">
                  <c:v>4.6</c:v>
                </c:pt>
                <c:pt idx="4">
                  <c:v>4.6</c:v>
                </c:pt>
                <c:pt idx="5">
                  <c:v>4.7</c:v>
                </c:pt>
                <c:pt idx="6">
                  <c:v>4.8</c:v>
                </c:pt>
                <c:pt idx="7">
                  <c:v>4.8</c:v>
                </c:pt>
                <c:pt idx="8">
                  <c:v>5.0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3.4</c:v>
                </c:pt>
                <c:pt idx="1">
                  <c:v>3.4</c:v>
                </c:pt>
                <c:pt idx="2">
                  <c:v>3.5</c:v>
                </c:pt>
                <c:pt idx="3">
                  <c:v>3.6</c:v>
                </c:pt>
                <c:pt idx="4">
                  <c:v>3.7</c:v>
                </c:pt>
                <c:pt idx="5">
                  <c:v>3.6</c:v>
                </c:pt>
                <c:pt idx="6">
                  <c:v>3.6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3.8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1.5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3.8</c:v>
                </c:pt>
                <c:pt idx="1">
                  <c:v>3.7</c:v>
                </c:pt>
                <c:pt idx="2">
                  <c:v>3.6</c:v>
                </c:pt>
                <c:pt idx="3">
                  <c:v>3.5</c:v>
                </c:pt>
                <c:pt idx="4">
                  <c:v>3.4</c:v>
                </c:pt>
                <c:pt idx="5">
                  <c:v>3.3</c:v>
                </c:pt>
                <c:pt idx="6">
                  <c:v>3.2</c:v>
                </c:pt>
                <c:pt idx="7">
                  <c:v>3.9</c:v>
                </c:pt>
                <c:pt idx="8">
                  <c:v>4.3</c:v>
                </c:pt>
                <c:pt idx="9">
                  <c:v>4.7</c:v>
                </c:pt>
                <c:pt idx="10">
                  <c:v>5.0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47.6</c:v>
                </c:pt>
                <c:pt idx="1">
                  <c:v>48.7</c:v>
                </c:pt>
                <c:pt idx="2">
                  <c:v>48.8</c:v>
                </c:pt>
                <c:pt idx="3">
                  <c:v>48.3</c:v>
                </c:pt>
                <c:pt idx="4">
                  <c:v>47.7</c:v>
                </c:pt>
                <c:pt idx="5">
                  <c:v>46.7</c:v>
                </c:pt>
                <c:pt idx="6">
                  <c:v>45.0</c:v>
                </c:pt>
                <c:pt idx="7">
                  <c:v>44.5</c:v>
                </c:pt>
                <c:pt idx="8">
                  <c:v>44.5</c:v>
                </c:pt>
                <c:pt idx="9">
                  <c:v>44.9</c:v>
                </c:pt>
                <c:pt idx="10">
                  <c:v>45.1</c:v>
                </c:pt>
                <c:pt idx="11">
                  <c:v>44.7</c:v>
                </c:pt>
                <c:pt idx="12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40.2</c:v>
                </c:pt>
                <c:pt idx="1">
                  <c:v>39.1</c:v>
                </c:pt>
                <c:pt idx="2">
                  <c:v>38.9</c:v>
                </c:pt>
                <c:pt idx="3">
                  <c:v>39.3</c:v>
                </c:pt>
                <c:pt idx="4">
                  <c:v>39.6</c:v>
                </c:pt>
                <c:pt idx="5">
                  <c:v>38.7</c:v>
                </c:pt>
                <c:pt idx="6">
                  <c:v>36.6</c:v>
                </c:pt>
                <c:pt idx="7">
                  <c:v>36.3</c:v>
                </c:pt>
                <c:pt idx="8">
                  <c:v>36.2</c:v>
                </c:pt>
                <c:pt idx="9">
                  <c:v>35.9</c:v>
                </c:pt>
                <c:pt idx="10">
                  <c:v>35.7</c:v>
                </c:pt>
                <c:pt idx="11">
                  <c:v>34.8</c:v>
                </c:pt>
                <c:pt idx="12">
                  <c:v>34.6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4.3</c:v>
                </c:pt>
                <c:pt idx="1">
                  <c:v>4.3</c:v>
                </c:pt>
                <c:pt idx="2">
                  <c:v>4.4</c:v>
                </c:pt>
                <c:pt idx="3">
                  <c:v>4.8</c:v>
                </c:pt>
                <c:pt idx="4">
                  <c:v>5.0</c:v>
                </c:pt>
                <c:pt idx="5">
                  <c:v>5.1</c:v>
                </c:pt>
                <c:pt idx="6">
                  <c:v>5.9</c:v>
                </c:pt>
                <c:pt idx="7">
                  <c:v>6.0</c:v>
                </c:pt>
                <c:pt idx="8">
                  <c:v>5.9</c:v>
                </c:pt>
                <c:pt idx="9">
                  <c:v>5.7</c:v>
                </c:pt>
                <c:pt idx="10">
                  <c:v>5.6</c:v>
                </c:pt>
                <c:pt idx="11">
                  <c:v>5.6</c:v>
                </c:pt>
                <c:pt idx="12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4.1</c:v>
                </c:pt>
                <c:pt idx="2">
                  <c:v>4.1</c:v>
                </c:pt>
                <c:pt idx="3">
                  <c:v>3.9</c:v>
                </c:pt>
                <c:pt idx="4">
                  <c:v>3.9</c:v>
                </c:pt>
                <c:pt idx="5">
                  <c:v>4.1</c:v>
                </c:pt>
                <c:pt idx="6">
                  <c:v>4.1</c:v>
                </c:pt>
                <c:pt idx="7">
                  <c:v>4.0</c:v>
                </c:pt>
                <c:pt idx="8">
                  <c:v>4.0</c:v>
                </c:pt>
                <c:pt idx="9">
                  <c:v>3.9</c:v>
                </c:pt>
                <c:pt idx="10">
                  <c:v>3.9</c:v>
                </c:pt>
                <c:pt idx="11">
                  <c:v>3.9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2.8</c:v>
                </c:pt>
                <c:pt idx="2">
                  <c:v>2.6</c:v>
                </c:pt>
                <c:pt idx="3">
                  <c:v>2.6</c:v>
                </c:pt>
                <c:pt idx="4">
                  <c:v>2.5</c:v>
                </c:pt>
                <c:pt idx="5">
                  <c:v>4.3</c:v>
                </c:pt>
                <c:pt idx="6">
                  <c:v>7.7</c:v>
                </c:pt>
                <c:pt idx="7">
                  <c:v>8.3</c:v>
                </c:pt>
                <c:pt idx="8">
                  <c:v>8.5</c:v>
                </c:pt>
                <c:pt idx="9">
                  <c:v>8.6</c:v>
                </c:pt>
                <c:pt idx="10">
                  <c:v>8.8</c:v>
                </c:pt>
                <c:pt idx="11">
                  <c:v>10.1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43.9</c:v>
                </c:pt>
                <c:pt idx="1">
                  <c:v>43.9</c:v>
                </c:pt>
                <c:pt idx="2">
                  <c:v>44.2</c:v>
                </c:pt>
                <c:pt idx="3">
                  <c:v>44.3</c:v>
                </c:pt>
                <c:pt idx="4">
                  <c:v>44.4</c:v>
                </c:pt>
                <c:pt idx="5">
                  <c:v>44.3</c:v>
                </c:pt>
                <c:pt idx="6">
                  <c:v>44.1</c:v>
                </c:pt>
                <c:pt idx="7">
                  <c:v>43.4</c:v>
                </c:pt>
                <c:pt idx="8">
                  <c:v>43.0</c:v>
                </c:pt>
                <c:pt idx="9">
                  <c:v>42.8</c:v>
                </c:pt>
                <c:pt idx="10">
                  <c:v>42.5</c:v>
                </c:pt>
                <c:pt idx="11">
                  <c:v>42.5</c:v>
                </c:pt>
                <c:pt idx="12">
                  <c:v>42.6</c:v>
                </c:pt>
                <c:pt idx="13">
                  <c:v>42.6</c:v>
                </c:pt>
                <c:pt idx="14">
                  <c:v>42.6</c:v>
                </c:pt>
                <c:pt idx="15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42.0</c:v>
                </c:pt>
                <c:pt idx="1">
                  <c:v>41.8</c:v>
                </c:pt>
                <c:pt idx="2">
                  <c:v>41.5</c:v>
                </c:pt>
                <c:pt idx="3">
                  <c:v>41.4</c:v>
                </c:pt>
                <c:pt idx="4">
                  <c:v>41.4</c:v>
                </c:pt>
                <c:pt idx="5">
                  <c:v>41.6</c:v>
                </c:pt>
                <c:pt idx="6">
                  <c:v>41.8</c:v>
                </c:pt>
                <c:pt idx="7">
                  <c:v>41.5</c:v>
                </c:pt>
                <c:pt idx="8">
                  <c:v>41.2</c:v>
                </c:pt>
                <c:pt idx="9">
                  <c:v>40.8</c:v>
                </c:pt>
                <c:pt idx="10">
                  <c:v>40.7</c:v>
                </c:pt>
                <c:pt idx="11">
                  <c:v>40.5</c:v>
                </c:pt>
                <c:pt idx="12">
                  <c:v>40.4</c:v>
                </c:pt>
                <c:pt idx="13">
                  <c:v>40.4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5.6</c:v>
                </c:pt>
                <c:pt idx="1">
                  <c:v>5.7</c:v>
                </c:pt>
                <c:pt idx="2">
                  <c:v>5.6</c:v>
                </c:pt>
                <c:pt idx="3">
                  <c:v>5.6</c:v>
                </c:pt>
                <c:pt idx="4">
                  <c:v>5.6</c:v>
                </c:pt>
                <c:pt idx="5">
                  <c:v>5.7</c:v>
                </c:pt>
                <c:pt idx="6">
                  <c:v>5.7</c:v>
                </c:pt>
                <c:pt idx="7">
                  <c:v>5.7</c:v>
                </c:pt>
                <c:pt idx="8">
                  <c:v>6.0</c:v>
                </c:pt>
                <c:pt idx="9">
                  <c:v>6.1</c:v>
                </c:pt>
                <c:pt idx="10">
                  <c:v>6.2</c:v>
                </c:pt>
                <c:pt idx="11">
                  <c:v>6.1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4.0</c:v>
                </c:pt>
                <c:pt idx="2">
                  <c:v>4.0</c:v>
                </c:pt>
                <c:pt idx="3">
                  <c:v>4.0</c:v>
                </c:pt>
                <c:pt idx="4">
                  <c:v>4.0</c:v>
                </c:pt>
                <c:pt idx="5">
                  <c:v>3.9</c:v>
                </c:pt>
                <c:pt idx="6">
                  <c:v>4.0</c:v>
                </c:pt>
                <c:pt idx="7">
                  <c:v>4.1</c:v>
                </c:pt>
                <c:pt idx="8">
                  <c:v>4.1</c:v>
                </c:pt>
                <c:pt idx="9">
                  <c:v>4.1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1.6</c:v>
                </c:pt>
                <c:pt idx="2">
                  <c:v>1.5</c:v>
                </c:pt>
                <c:pt idx="3">
                  <c:v>1.6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1.6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3.2</c:v>
                </c:pt>
                <c:pt idx="1">
                  <c:v>3.1</c:v>
                </c:pt>
                <c:pt idx="2">
                  <c:v>3.1</c:v>
                </c:pt>
                <c:pt idx="3">
                  <c:v>3.1</c:v>
                </c:pt>
                <c:pt idx="4">
                  <c:v>3.0</c:v>
                </c:pt>
                <c:pt idx="5">
                  <c:v>2.9</c:v>
                </c:pt>
                <c:pt idx="6">
                  <c:v>2.8</c:v>
                </c:pt>
                <c:pt idx="7">
                  <c:v>3.7</c:v>
                </c:pt>
                <c:pt idx="8">
                  <c:v>4.2</c:v>
                </c:pt>
                <c:pt idx="9">
                  <c:v>4.7</c:v>
                </c:pt>
                <c:pt idx="10">
                  <c:v>4.9</c:v>
                </c:pt>
                <c:pt idx="11">
                  <c:v>5.1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51.0</c:v>
                </c:pt>
                <c:pt idx="1">
                  <c:v>50.9</c:v>
                </c:pt>
                <c:pt idx="2">
                  <c:v>50.9</c:v>
                </c:pt>
                <c:pt idx="3">
                  <c:v>50.8</c:v>
                </c:pt>
                <c:pt idx="4">
                  <c:v>51.2</c:v>
                </c:pt>
                <c:pt idx="5">
                  <c:v>51.1</c:v>
                </c:pt>
                <c:pt idx="6">
                  <c:v>50.9</c:v>
                </c:pt>
                <c:pt idx="7">
                  <c:v>50.9</c:v>
                </c:pt>
                <c:pt idx="8">
                  <c:v>50.8</c:v>
                </c:pt>
                <c:pt idx="9">
                  <c:v>50.4</c:v>
                </c:pt>
                <c:pt idx="10">
                  <c:v>50.4</c:v>
                </c:pt>
                <c:pt idx="11">
                  <c:v>50.5</c:v>
                </c:pt>
                <c:pt idx="12">
                  <c:v>50.6</c:v>
                </c:pt>
                <c:pt idx="13">
                  <c:v>50.6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36.6</c:v>
                </c:pt>
                <c:pt idx="1">
                  <c:v>37.1</c:v>
                </c:pt>
                <c:pt idx="2">
                  <c:v>36.9</c:v>
                </c:pt>
                <c:pt idx="3">
                  <c:v>37.0</c:v>
                </c:pt>
                <c:pt idx="4">
                  <c:v>36.8</c:v>
                </c:pt>
                <c:pt idx="5">
                  <c:v>37.0</c:v>
                </c:pt>
                <c:pt idx="6">
                  <c:v>37.1</c:v>
                </c:pt>
                <c:pt idx="7">
                  <c:v>36.7</c:v>
                </c:pt>
                <c:pt idx="8">
                  <c:v>36.4</c:v>
                </c:pt>
                <c:pt idx="9">
                  <c:v>36.4</c:v>
                </c:pt>
                <c:pt idx="10">
                  <c:v>36.3</c:v>
                </c:pt>
                <c:pt idx="11">
                  <c:v>36.1</c:v>
                </c:pt>
                <c:pt idx="12">
                  <c:v>36.0</c:v>
                </c:pt>
                <c:pt idx="13">
                  <c:v>36.0</c:v>
                </c:pt>
                <c:pt idx="14">
                  <c:v>36.0</c:v>
                </c:pt>
                <c:pt idx="15">
                  <c:v>36.0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3.7</c:v>
                </c:pt>
                <c:pt idx="3">
                  <c:v>3.6</c:v>
                </c:pt>
                <c:pt idx="4">
                  <c:v>3.4</c:v>
                </c:pt>
                <c:pt idx="5">
                  <c:v>3.7</c:v>
                </c:pt>
                <c:pt idx="6">
                  <c:v>3.9</c:v>
                </c:pt>
                <c:pt idx="7">
                  <c:v>3.9</c:v>
                </c:pt>
                <c:pt idx="8">
                  <c:v>4.0</c:v>
                </c:pt>
                <c:pt idx="9">
                  <c:v>4.1</c:v>
                </c:pt>
                <c:pt idx="10">
                  <c:v>4.0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2.7</c:v>
                </c:pt>
                <c:pt idx="1">
                  <c:v>2.7</c:v>
                </c:pt>
                <c:pt idx="2">
                  <c:v>3.0</c:v>
                </c:pt>
                <c:pt idx="3">
                  <c:v>3.3</c:v>
                </c:pt>
                <c:pt idx="4">
                  <c:v>3.4</c:v>
                </c:pt>
                <c:pt idx="5">
                  <c:v>3.3</c:v>
                </c:pt>
                <c:pt idx="6">
                  <c:v>3.3</c:v>
                </c:pt>
                <c:pt idx="7">
                  <c:v>3.3</c:v>
                </c:pt>
                <c:pt idx="8">
                  <c:v>3.4</c:v>
                </c:pt>
                <c:pt idx="9">
                  <c:v>3.4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1.1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4.5</c:v>
                </c:pt>
                <c:pt idx="1">
                  <c:v>4.2</c:v>
                </c:pt>
                <c:pt idx="2">
                  <c:v>4.1</c:v>
                </c:pt>
                <c:pt idx="3">
                  <c:v>4.0</c:v>
                </c:pt>
                <c:pt idx="4">
                  <c:v>3.9</c:v>
                </c:pt>
                <c:pt idx="5">
                  <c:v>3.7</c:v>
                </c:pt>
                <c:pt idx="6">
                  <c:v>3.6</c:v>
                </c:pt>
                <c:pt idx="7">
                  <c:v>4.1</c:v>
                </c:pt>
                <c:pt idx="8">
                  <c:v>4.4</c:v>
                </c:pt>
                <c:pt idx="9">
                  <c:v>4.8</c:v>
                </c:pt>
                <c:pt idx="10">
                  <c:v>5.0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45.2</c:v>
                </c:pt>
                <c:pt idx="1">
                  <c:v>44.9</c:v>
                </c:pt>
                <c:pt idx="2">
                  <c:v>44.6</c:v>
                </c:pt>
                <c:pt idx="3">
                  <c:v>44.3</c:v>
                </c:pt>
                <c:pt idx="4">
                  <c:v>43.7</c:v>
                </c:pt>
                <c:pt idx="5">
                  <c:v>43.5</c:v>
                </c:pt>
                <c:pt idx="6">
                  <c:v>43.1</c:v>
                </c:pt>
                <c:pt idx="7">
                  <c:v>42.9</c:v>
                </c:pt>
                <c:pt idx="8">
                  <c:v>42.5</c:v>
                </c:pt>
                <c:pt idx="9">
                  <c:v>42.4</c:v>
                </c:pt>
                <c:pt idx="10">
                  <c:v>42.8</c:v>
                </c:pt>
                <c:pt idx="11">
                  <c:v>42.8</c:v>
                </c:pt>
                <c:pt idx="12">
                  <c:v>42.8</c:v>
                </c:pt>
                <c:pt idx="13">
                  <c:v>42.8</c:v>
                </c:pt>
                <c:pt idx="14">
                  <c:v>42.8</c:v>
                </c:pt>
                <c:pt idx="15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39.3</c:v>
                </c:pt>
                <c:pt idx="1">
                  <c:v>39.7</c:v>
                </c:pt>
                <c:pt idx="2">
                  <c:v>39.3</c:v>
                </c:pt>
                <c:pt idx="3">
                  <c:v>39.7</c:v>
                </c:pt>
                <c:pt idx="4">
                  <c:v>40.1</c:v>
                </c:pt>
                <c:pt idx="5">
                  <c:v>40.4</c:v>
                </c:pt>
                <c:pt idx="6">
                  <c:v>41.1</c:v>
                </c:pt>
                <c:pt idx="7">
                  <c:v>41.6</c:v>
                </c:pt>
                <c:pt idx="8">
                  <c:v>41.7</c:v>
                </c:pt>
                <c:pt idx="9">
                  <c:v>42.0</c:v>
                </c:pt>
                <c:pt idx="10">
                  <c:v>41.4</c:v>
                </c:pt>
                <c:pt idx="11">
                  <c:v>41.4</c:v>
                </c:pt>
                <c:pt idx="12">
                  <c:v>41.4</c:v>
                </c:pt>
                <c:pt idx="13">
                  <c:v>41.4</c:v>
                </c:pt>
                <c:pt idx="14">
                  <c:v>41.4</c:v>
                </c:pt>
                <c:pt idx="15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7.7</c:v>
                </c:pt>
                <c:pt idx="1">
                  <c:v>7.6</c:v>
                </c:pt>
                <c:pt idx="2">
                  <c:v>7.5</c:v>
                </c:pt>
                <c:pt idx="3">
                  <c:v>7.2</c:v>
                </c:pt>
                <c:pt idx="4">
                  <c:v>7.3</c:v>
                </c:pt>
                <c:pt idx="5">
                  <c:v>7.6</c:v>
                </c:pt>
                <c:pt idx="6">
                  <c:v>7.8</c:v>
                </c:pt>
                <c:pt idx="7">
                  <c:v>7.7</c:v>
                </c:pt>
                <c:pt idx="8">
                  <c:v>8.2</c:v>
                </c:pt>
                <c:pt idx="9">
                  <c:v>8.3</c:v>
                </c:pt>
                <c:pt idx="10">
                  <c:v>8.3</c:v>
                </c:pt>
                <c:pt idx="11">
                  <c:v>8.3</c:v>
                </c:pt>
                <c:pt idx="12">
                  <c:v>8.3</c:v>
                </c:pt>
                <c:pt idx="13">
                  <c:v>8.3</c:v>
                </c:pt>
                <c:pt idx="14">
                  <c:v>8.3</c:v>
                </c:pt>
                <c:pt idx="15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1.9</c:v>
                </c:pt>
                <c:pt idx="1">
                  <c:v>1.9</c:v>
                </c:pt>
                <c:pt idx="2">
                  <c:v>2.4</c:v>
                </c:pt>
                <c:pt idx="3">
                  <c:v>3.0</c:v>
                </c:pt>
                <c:pt idx="4">
                  <c:v>2.8</c:v>
                </c:pt>
                <c:pt idx="5">
                  <c:v>2.6</c:v>
                </c:pt>
                <c:pt idx="6">
                  <c:v>2.4</c:v>
                </c:pt>
                <c:pt idx="7">
                  <c:v>2.3</c:v>
                </c:pt>
                <c:pt idx="8">
                  <c:v>2.4</c:v>
                </c:pt>
                <c:pt idx="9">
                  <c:v>2.3</c:v>
                </c:pt>
                <c:pt idx="10">
                  <c:v>2.3</c:v>
                </c:pt>
                <c:pt idx="11">
                  <c:v>2.3</c:v>
                </c:pt>
                <c:pt idx="12">
                  <c:v>2.3</c:v>
                </c:pt>
                <c:pt idx="13">
                  <c:v>2.3</c:v>
                </c:pt>
                <c:pt idx="14">
                  <c:v>2.3</c:v>
                </c:pt>
                <c:pt idx="15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5.0</c:v>
                </c:pt>
                <c:pt idx="3">
                  <c:v>4.7</c:v>
                </c:pt>
                <c:pt idx="4">
                  <c:v>5.0</c:v>
                </c:pt>
                <c:pt idx="5">
                  <c:v>4.9</c:v>
                </c:pt>
                <c:pt idx="6">
                  <c:v>4.6</c:v>
                </c:pt>
                <c:pt idx="7">
                  <c:v>4.5</c:v>
                </c:pt>
                <c:pt idx="8">
                  <c:v>4.3</c:v>
                </c:pt>
                <c:pt idx="9">
                  <c:v>4.2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46.5</c:v>
                </c:pt>
                <c:pt idx="1">
                  <c:v>46.4</c:v>
                </c:pt>
                <c:pt idx="2">
                  <c:v>46.5</c:v>
                </c:pt>
                <c:pt idx="3">
                  <c:v>46.5</c:v>
                </c:pt>
                <c:pt idx="4">
                  <c:v>46.8</c:v>
                </c:pt>
                <c:pt idx="5">
                  <c:v>46.5</c:v>
                </c:pt>
                <c:pt idx="6">
                  <c:v>46.3</c:v>
                </c:pt>
                <c:pt idx="7">
                  <c:v>46.4</c:v>
                </c:pt>
                <c:pt idx="8">
                  <c:v>46.4</c:v>
                </c:pt>
                <c:pt idx="9">
                  <c:v>46.3</c:v>
                </c:pt>
                <c:pt idx="10">
                  <c:v>46.2</c:v>
                </c:pt>
                <c:pt idx="11">
                  <c:v>46.2</c:v>
                </c:pt>
                <c:pt idx="12">
                  <c:v>46.2</c:v>
                </c:pt>
                <c:pt idx="13">
                  <c:v>46.2</c:v>
                </c:pt>
                <c:pt idx="14">
                  <c:v>46.2</c:v>
                </c:pt>
                <c:pt idx="15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39.3</c:v>
                </c:pt>
                <c:pt idx="1">
                  <c:v>39.8</c:v>
                </c:pt>
                <c:pt idx="2">
                  <c:v>39.8</c:v>
                </c:pt>
                <c:pt idx="3">
                  <c:v>39.7</c:v>
                </c:pt>
                <c:pt idx="4">
                  <c:v>39.7</c:v>
                </c:pt>
                <c:pt idx="5">
                  <c:v>39.9</c:v>
                </c:pt>
                <c:pt idx="6">
                  <c:v>40.0</c:v>
                </c:pt>
                <c:pt idx="7">
                  <c:v>39.7</c:v>
                </c:pt>
                <c:pt idx="8">
                  <c:v>39.5</c:v>
                </c:pt>
                <c:pt idx="9">
                  <c:v>39.4</c:v>
                </c:pt>
                <c:pt idx="10">
                  <c:v>39.5</c:v>
                </c:pt>
                <c:pt idx="11">
                  <c:v>39.5</c:v>
                </c:pt>
                <c:pt idx="12">
                  <c:v>39.5</c:v>
                </c:pt>
                <c:pt idx="13">
                  <c:v>39.5</c:v>
                </c:pt>
                <c:pt idx="14">
                  <c:v>39.5</c:v>
                </c:pt>
                <c:pt idx="15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4.3</c:v>
                </c:pt>
                <c:pt idx="1">
                  <c:v>4.4</c:v>
                </c:pt>
                <c:pt idx="2">
                  <c:v>4.6</c:v>
                </c:pt>
                <c:pt idx="3">
                  <c:v>4.7</c:v>
                </c:pt>
                <c:pt idx="4">
                  <c:v>4.6</c:v>
                </c:pt>
                <c:pt idx="5">
                  <c:v>4.9</c:v>
                </c:pt>
                <c:pt idx="6">
                  <c:v>4.9</c:v>
                </c:pt>
                <c:pt idx="7">
                  <c:v>5.1</c:v>
                </c:pt>
                <c:pt idx="8">
                  <c:v>5.3</c:v>
                </c:pt>
                <c:pt idx="9">
                  <c:v>5.5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3.8</c:v>
                </c:pt>
                <c:pt idx="1">
                  <c:v>3.6</c:v>
                </c:pt>
                <c:pt idx="2">
                  <c:v>3.6</c:v>
                </c:pt>
                <c:pt idx="3">
                  <c:v>3.8</c:v>
                </c:pt>
                <c:pt idx="4">
                  <c:v>3.8</c:v>
                </c:pt>
                <c:pt idx="5">
                  <c:v>3.8</c:v>
                </c:pt>
                <c:pt idx="6">
                  <c:v>3.9</c:v>
                </c:pt>
                <c:pt idx="7">
                  <c:v>4.1</c:v>
                </c:pt>
                <c:pt idx="8">
                  <c:v>4.1</c:v>
                </c:pt>
                <c:pt idx="9">
                  <c:v>4.2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1.8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4.3</c:v>
                </c:pt>
                <c:pt idx="1">
                  <c:v>4.0</c:v>
                </c:pt>
                <c:pt idx="2">
                  <c:v>3.9</c:v>
                </c:pt>
                <c:pt idx="3">
                  <c:v>3.8</c:v>
                </c:pt>
                <c:pt idx="4">
                  <c:v>3.6</c:v>
                </c:pt>
                <c:pt idx="5">
                  <c:v>3.6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  <c:pt idx="9">
                  <c:v>3.3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38.6</c:v>
                </c:pt>
                <c:pt idx="1">
                  <c:v>38.7</c:v>
                </c:pt>
                <c:pt idx="2">
                  <c:v>38.8</c:v>
                </c:pt>
                <c:pt idx="3">
                  <c:v>38.7</c:v>
                </c:pt>
                <c:pt idx="4">
                  <c:v>39.0</c:v>
                </c:pt>
                <c:pt idx="5">
                  <c:v>38.9</c:v>
                </c:pt>
                <c:pt idx="6">
                  <c:v>38.9</c:v>
                </c:pt>
                <c:pt idx="7">
                  <c:v>38.5</c:v>
                </c:pt>
                <c:pt idx="8">
                  <c:v>38.3</c:v>
                </c:pt>
                <c:pt idx="9">
                  <c:v>38.1</c:v>
                </c:pt>
                <c:pt idx="10">
                  <c:v>38.0</c:v>
                </c:pt>
                <c:pt idx="11">
                  <c:v>38.1</c:v>
                </c:pt>
                <c:pt idx="12">
                  <c:v>38.2</c:v>
                </c:pt>
                <c:pt idx="13">
                  <c:v>38.2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50.4</c:v>
                </c:pt>
                <c:pt idx="1">
                  <c:v>50.6</c:v>
                </c:pt>
                <c:pt idx="2">
                  <c:v>50.3</c:v>
                </c:pt>
                <c:pt idx="3">
                  <c:v>50.3</c:v>
                </c:pt>
                <c:pt idx="4">
                  <c:v>50.1</c:v>
                </c:pt>
                <c:pt idx="5">
                  <c:v>50.2</c:v>
                </c:pt>
                <c:pt idx="6">
                  <c:v>50.3</c:v>
                </c:pt>
                <c:pt idx="7">
                  <c:v>50.1</c:v>
                </c:pt>
                <c:pt idx="8">
                  <c:v>49.9</c:v>
                </c:pt>
                <c:pt idx="9">
                  <c:v>49.7</c:v>
                </c:pt>
                <c:pt idx="10">
                  <c:v>49.5</c:v>
                </c:pt>
                <c:pt idx="11">
                  <c:v>49.4</c:v>
                </c:pt>
                <c:pt idx="12">
                  <c:v>49.2</c:v>
                </c:pt>
                <c:pt idx="13">
                  <c:v>49.2</c:v>
                </c:pt>
                <c:pt idx="14">
                  <c:v>49.2</c:v>
                </c:pt>
                <c:pt idx="15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4.2</c:v>
                </c:pt>
                <c:pt idx="1">
                  <c:v>4.1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  <c:pt idx="5">
                  <c:v>4.5</c:v>
                </c:pt>
                <c:pt idx="6">
                  <c:v>4.5</c:v>
                </c:pt>
                <c:pt idx="7">
                  <c:v>4.6</c:v>
                </c:pt>
                <c:pt idx="8">
                  <c:v>4.8</c:v>
                </c:pt>
                <c:pt idx="9">
                  <c:v>4.9</c:v>
                </c:pt>
                <c:pt idx="10">
                  <c:v>4.9</c:v>
                </c:pt>
                <c:pt idx="11">
                  <c:v>4.9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1.4</c:v>
                </c:pt>
                <c:pt idx="1">
                  <c:v>1.5</c:v>
                </c:pt>
                <c:pt idx="2">
                  <c:v>1.5</c:v>
                </c:pt>
                <c:pt idx="3">
                  <c:v>1.7</c:v>
                </c:pt>
                <c:pt idx="4">
                  <c:v>1.8</c:v>
                </c:pt>
                <c:pt idx="5">
                  <c:v>1.7</c:v>
                </c:pt>
                <c:pt idx="6">
                  <c:v>1.7</c:v>
                </c:pt>
                <c:pt idx="7">
                  <c:v>1.8</c:v>
                </c:pt>
                <c:pt idx="8">
                  <c:v>1.8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1.1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3.8</c:v>
                </c:pt>
                <c:pt idx="1">
                  <c:v>3.6</c:v>
                </c:pt>
                <c:pt idx="2">
                  <c:v>3.6</c:v>
                </c:pt>
                <c:pt idx="3">
                  <c:v>3.6</c:v>
                </c:pt>
                <c:pt idx="4">
                  <c:v>3.5</c:v>
                </c:pt>
                <c:pt idx="5">
                  <c:v>3.4</c:v>
                </c:pt>
                <c:pt idx="6">
                  <c:v>3.3</c:v>
                </c:pt>
                <c:pt idx="7">
                  <c:v>3.8</c:v>
                </c:pt>
                <c:pt idx="8">
                  <c:v>4.2</c:v>
                </c:pt>
                <c:pt idx="9">
                  <c:v>4.4</c:v>
                </c:pt>
                <c:pt idx="10">
                  <c:v>4.7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71.3</c:v>
                </c:pt>
                <c:pt idx="1">
                  <c:v>71.0</c:v>
                </c:pt>
                <c:pt idx="2">
                  <c:v>71.3</c:v>
                </c:pt>
                <c:pt idx="3">
                  <c:v>71.1</c:v>
                </c:pt>
                <c:pt idx="4">
                  <c:v>71.4</c:v>
                </c:pt>
                <c:pt idx="5">
                  <c:v>71.3</c:v>
                </c:pt>
                <c:pt idx="6">
                  <c:v>70.7</c:v>
                </c:pt>
                <c:pt idx="7">
                  <c:v>69.9</c:v>
                </c:pt>
                <c:pt idx="8">
                  <c:v>69.4</c:v>
                </c:pt>
                <c:pt idx="9">
                  <c:v>69.0</c:v>
                </c:pt>
                <c:pt idx="10">
                  <c:v>68.7</c:v>
                </c:pt>
                <c:pt idx="11">
                  <c:v>68.7</c:v>
                </c:pt>
                <c:pt idx="12">
                  <c:v>68.7</c:v>
                </c:pt>
                <c:pt idx="13">
                  <c:v>68.7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9.7</c:v>
                </c:pt>
                <c:pt idx="1">
                  <c:v>9.9</c:v>
                </c:pt>
                <c:pt idx="2">
                  <c:v>10.0</c:v>
                </c:pt>
                <c:pt idx="3">
                  <c:v>10.0</c:v>
                </c:pt>
                <c:pt idx="4">
                  <c:v>10.2</c:v>
                </c:pt>
                <c:pt idx="5">
                  <c:v>10.3</c:v>
                </c:pt>
                <c:pt idx="6">
                  <c:v>10.8</c:v>
                </c:pt>
                <c:pt idx="7">
                  <c:v>10.6</c:v>
                </c:pt>
                <c:pt idx="8">
                  <c:v>10.2</c:v>
                </c:pt>
                <c:pt idx="9">
                  <c:v>10.1</c:v>
                </c:pt>
                <c:pt idx="10">
                  <c:v>10.0</c:v>
                </c:pt>
                <c:pt idx="11">
                  <c:v>10.0</c:v>
                </c:pt>
                <c:pt idx="12">
                  <c:v>10.0</c:v>
                </c:pt>
                <c:pt idx="13">
                  <c:v>10.0</c:v>
                </c:pt>
                <c:pt idx="14">
                  <c:v>10.0</c:v>
                </c:pt>
                <c:pt idx="15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5.8</c:v>
                </c:pt>
                <c:pt idx="1">
                  <c:v>5.9</c:v>
                </c:pt>
                <c:pt idx="2">
                  <c:v>5.7</c:v>
                </c:pt>
                <c:pt idx="3">
                  <c:v>5.5</c:v>
                </c:pt>
                <c:pt idx="4">
                  <c:v>5.4</c:v>
                </c:pt>
                <c:pt idx="5">
                  <c:v>5.5</c:v>
                </c:pt>
                <c:pt idx="6">
                  <c:v>5.6</c:v>
                </c:pt>
                <c:pt idx="7">
                  <c:v>5.6</c:v>
                </c:pt>
                <c:pt idx="8">
                  <c:v>5.8</c:v>
                </c:pt>
                <c:pt idx="9">
                  <c:v>5.9</c:v>
                </c:pt>
                <c:pt idx="10">
                  <c:v>5.9</c:v>
                </c:pt>
                <c:pt idx="11">
                  <c:v>5.9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8.6</c:v>
                </c:pt>
                <c:pt idx="1">
                  <c:v>8.3</c:v>
                </c:pt>
                <c:pt idx="2">
                  <c:v>8.4</c:v>
                </c:pt>
                <c:pt idx="3">
                  <c:v>8.7</c:v>
                </c:pt>
                <c:pt idx="4">
                  <c:v>8.4</c:v>
                </c:pt>
                <c:pt idx="5">
                  <c:v>8.4</c:v>
                </c:pt>
                <c:pt idx="6">
                  <c:v>8.4</c:v>
                </c:pt>
                <c:pt idx="7">
                  <c:v>8.5</c:v>
                </c:pt>
                <c:pt idx="8">
                  <c:v>8.6</c:v>
                </c:pt>
                <c:pt idx="9">
                  <c:v>8.5</c:v>
                </c:pt>
                <c:pt idx="10">
                  <c:v>8.5</c:v>
                </c:pt>
                <c:pt idx="11">
                  <c:v>8.4</c:v>
                </c:pt>
                <c:pt idx="12">
                  <c:v>8.5</c:v>
                </c:pt>
                <c:pt idx="13">
                  <c:v>8.5</c:v>
                </c:pt>
                <c:pt idx="14">
                  <c:v>8.5</c:v>
                </c:pt>
                <c:pt idx="15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1.5</c:v>
                </c:pt>
                <c:pt idx="2">
                  <c:v>1.5</c:v>
                </c:pt>
                <c:pt idx="3">
                  <c:v>1.6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1.8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3.2</c:v>
                </c:pt>
                <c:pt idx="1">
                  <c:v>3.3</c:v>
                </c:pt>
                <c:pt idx="2">
                  <c:v>3.1</c:v>
                </c:pt>
                <c:pt idx="3">
                  <c:v>3.0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3.6</c:v>
                </c:pt>
                <c:pt idx="8">
                  <c:v>4.1</c:v>
                </c:pt>
                <c:pt idx="9">
                  <c:v>4.7</c:v>
                </c:pt>
                <c:pt idx="10">
                  <c:v>5.0</c:v>
                </c:pt>
                <c:pt idx="11">
                  <c:v>5.0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46.1</c:v>
                </c:pt>
                <c:pt idx="1">
                  <c:v>46.1</c:v>
                </c:pt>
                <c:pt idx="2">
                  <c:v>46.3</c:v>
                </c:pt>
                <c:pt idx="3">
                  <c:v>46.2</c:v>
                </c:pt>
                <c:pt idx="4">
                  <c:v>46.4</c:v>
                </c:pt>
                <c:pt idx="5">
                  <c:v>46.3</c:v>
                </c:pt>
                <c:pt idx="6">
                  <c:v>46.2</c:v>
                </c:pt>
                <c:pt idx="7">
                  <c:v>45.8</c:v>
                </c:pt>
                <c:pt idx="8">
                  <c:v>45.6</c:v>
                </c:pt>
                <c:pt idx="9">
                  <c:v>45.3</c:v>
                </c:pt>
                <c:pt idx="10">
                  <c:v>45.2</c:v>
                </c:pt>
                <c:pt idx="11">
                  <c:v>45.3</c:v>
                </c:pt>
                <c:pt idx="12">
                  <c:v>45.4</c:v>
                </c:pt>
                <c:pt idx="13">
                  <c:v>45.4</c:v>
                </c:pt>
                <c:pt idx="14">
                  <c:v>45.4</c:v>
                </c:pt>
                <c:pt idx="15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41.1</c:v>
                </c:pt>
                <c:pt idx="1">
                  <c:v>41.2</c:v>
                </c:pt>
                <c:pt idx="2">
                  <c:v>40.8</c:v>
                </c:pt>
                <c:pt idx="3">
                  <c:v>40.8</c:v>
                </c:pt>
                <c:pt idx="4">
                  <c:v>40.8</c:v>
                </c:pt>
                <c:pt idx="5">
                  <c:v>40.9</c:v>
                </c:pt>
                <c:pt idx="6">
                  <c:v>41.1</c:v>
                </c:pt>
                <c:pt idx="7">
                  <c:v>40.8</c:v>
                </c:pt>
                <c:pt idx="8">
                  <c:v>40.5</c:v>
                </c:pt>
                <c:pt idx="9">
                  <c:v>40.3</c:v>
                </c:pt>
                <c:pt idx="10">
                  <c:v>40.1</c:v>
                </c:pt>
                <c:pt idx="11">
                  <c:v>40.0</c:v>
                </c:pt>
                <c:pt idx="12">
                  <c:v>39.9</c:v>
                </c:pt>
                <c:pt idx="13">
                  <c:v>39.9</c:v>
                </c:pt>
                <c:pt idx="14">
                  <c:v>39.9</c:v>
                </c:pt>
                <c:pt idx="15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4.5</c:v>
                </c:pt>
                <c:pt idx="2">
                  <c:v>4.6</c:v>
                </c:pt>
                <c:pt idx="3">
                  <c:v>4.6</c:v>
                </c:pt>
                <c:pt idx="4">
                  <c:v>4.6</c:v>
                </c:pt>
                <c:pt idx="5">
                  <c:v>4.8</c:v>
                </c:pt>
                <c:pt idx="6">
                  <c:v>4.8</c:v>
                </c:pt>
                <c:pt idx="7">
                  <c:v>4.8</c:v>
                </c:pt>
                <c:pt idx="8">
                  <c:v>5.0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3.3</c:v>
                </c:pt>
                <c:pt idx="1">
                  <c:v>3.2</c:v>
                </c:pt>
                <c:pt idx="2">
                  <c:v>3.4</c:v>
                </c:pt>
                <c:pt idx="3">
                  <c:v>3.5</c:v>
                </c:pt>
                <c:pt idx="4">
                  <c:v>3.6</c:v>
                </c:pt>
                <c:pt idx="5">
                  <c:v>3.5</c:v>
                </c:pt>
                <c:pt idx="6">
                  <c:v>3.5</c:v>
                </c:pt>
                <c:pt idx="7">
                  <c:v>3.5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1.6</c:v>
                </c:pt>
                <c:pt idx="2">
                  <c:v>1.5</c:v>
                </c:pt>
                <c:pt idx="3">
                  <c:v>1.5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3.4</c:v>
                </c:pt>
                <c:pt idx="2">
                  <c:v>3.4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3.0</c:v>
                </c:pt>
                <c:pt idx="7">
                  <c:v>3.6</c:v>
                </c:pt>
                <c:pt idx="8">
                  <c:v>4.0</c:v>
                </c:pt>
                <c:pt idx="9">
                  <c:v>4.4</c:v>
                </c:pt>
                <c:pt idx="10">
                  <c:v>4.6</c:v>
                </c:pt>
                <c:pt idx="11">
                  <c:v>4.7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51.1</c:v>
                </c:pt>
                <c:pt idx="1">
                  <c:v>51.2</c:v>
                </c:pt>
                <c:pt idx="2">
                  <c:v>50.8</c:v>
                </c:pt>
                <c:pt idx="3">
                  <c:v>51.1</c:v>
                </c:pt>
                <c:pt idx="4">
                  <c:v>52.2</c:v>
                </c:pt>
                <c:pt idx="5">
                  <c:v>52.1</c:v>
                </c:pt>
                <c:pt idx="6">
                  <c:v>50.8</c:v>
                </c:pt>
                <c:pt idx="7">
                  <c:v>51.0</c:v>
                </c:pt>
                <c:pt idx="8">
                  <c:v>49.7</c:v>
                </c:pt>
                <c:pt idx="9">
                  <c:v>49.7</c:v>
                </c:pt>
                <c:pt idx="10">
                  <c:v>49.1</c:v>
                </c:pt>
                <c:pt idx="11">
                  <c:v>49.0</c:v>
                </c:pt>
                <c:pt idx="12">
                  <c:v>49.1</c:v>
                </c:pt>
                <c:pt idx="13">
                  <c:v>49.1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34.6</c:v>
                </c:pt>
                <c:pt idx="1">
                  <c:v>35.0</c:v>
                </c:pt>
                <c:pt idx="2">
                  <c:v>35.9</c:v>
                </c:pt>
                <c:pt idx="3">
                  <c:v>35.7</c:v>
                </c:pt>
                <c:pt idx="4">
                  <c:v>35.3</c:v>
                </c:pt>
                <c:pt idx="5">
                  <c:v>35.3</c:v>
                </c:pt>
                <c:pt idx="6">
                  <c:v>35.7</c:v>
                </c:pt>
                <c:pt idx="7">
                  <c:v>34.8</c:v>
                </c:pt>
                <c:pt idx="8">
                  <c:v>35.7</c:v>
                </c:pt>
                <c:pt idx="9">
                  <c:v>35.2</c:v>
                </c:pt>
                <c:pt idx="10">
                  <c:v>35.6</c:v>
                </c:pt>
                <c:pt idx="11">
                  <c:v>35.6</c:v>
                </c:pt>
                <c:pt idx="12">
                  <c:v>35.6</c:v>
                </c:pt>
                <c:pt idx="13">
                  <c:v>35.6</c:v>
                </c:pt>
                <c:pt idx="14">
                  <c:v>35.6</c:v>
                </c:pt>
                <c:pt idx="15">
                  <c:v>35.6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5.5</c:v>
                </c:pt>
                <c:pt idx="1">
                  <c:v>5.4</c:v>
                </c:pt>
                <c:pt idx="2">
                  <c:v>5.1</c:v>
                </c:pt>
                <c:pt idx="3">
                  <c:v>4.9</c:v>
                </c:pt>
                <c:pt idx="4">
                  <c:v>4.6</c:v>
                </c:pt>
                <c:pt idx="5">
                  <c:v>4.6</c:v>
                </c:pt>
                <c:pt idx="6">
                  <c:v>5.6</c:v>
                </c:pt>
                <c:pt idx="7">
                  <c:v>5.5</c:v>
                </c:pt>
                <c:pt idx="8">
                  <c:v>5.6</c:v>
                </c:pt>
                <c:pt idx="9">
                  <c:v>5.6</c:v>
                </c:pt>
                <c:pt idx="10">
                  <c:v>5.7</c:v>
                </c:pt>
                <c:pt idx="11">
                  <c:v>5.6</c:v>
                </c:pt>
                <c:pt idx="12">
                  <c:v>5.5</c:v>
                </c:pt>
                <c:pt idx="13">
                  <c:v>5.5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1.6</c:v>
                </c:pt>
                <c:pt idx="1">
                  <c:v>1.7</c:v>
                </c:pt>
                <c:pt idx="2">
                  <c:v>1.9</c:v>
                </c:pt>
                <c:pt idx="3">
                  <c:v>1.8</c:v>
                </c:pt>
                <c:pt idx="4">
                  <c:v>2.1</c:v>
                </c:pt>
                <c:pt idx="5">
                  <c:v>2.1</c:v>
                </c:pt>
                <c:pt idx="6">
                  <c:v>2.5</c:v>
                </c:pt>
                <c:pt idx="7">
                  <c:v>2.5</c:v>
                </c:pt>
                <c:pt idx="8">
                  <c:v>2.8</c:v>
                </c:pt>
                <c:pt idx="9">
                  <c:v>2.7</c:v>
                </c:pt>
                <c:pt idx="10">
                  <c:v>2.7</c:v>
                </c:pt>
                <c:pt idx="11">
                  <c:v>2.8</c:v>
                </c:pt>
                <c:pt idx="12">
                  <c:v>2.8</c:v>
                </c:pt>
                <c:pt idx="13">
                  <c:v>2.8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1.6</c:v>
                </c:pt>
                <c:pt idx="2">
                  <c:v>1.5</c:v>
                </c:pt>
                <c:pt idx="3">
                  <c:v>1.6</c:v>
                </c:pt>
                <c:pt idx="4">
                  <c:v>1.5</c:v>
                </c:pt>
                <c:pt idx="5">
                  <c:v>1.4</c:v>
                </c:pt>
                <c:pt idx="6">
                  <c:v>1.4</c:v>
                </c:pt>
                <c:pt idx="7">
                  <c:v>1.4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5.7</c:v>
                </c:pt>
                <c:pt idx="1">
                  <c:v>5.1</c:v>
                </c:pt>
                <c:pt idx="2">
                  <c:v>4.8</c:v>
                </c:pt>
                <c:pt idx="3">
                  <c:v>4.8</c:v>
                </c:pt>
                <c:pt idx="4">
                  <c:v>4.4</c:v>
                </c:pt>
                <c:pt idx="5">
                  <c:v>4.4</c:v>
                </c:pt>
                <c:pt idx="6">
                  <c:v>4.1</c:v>
                </c:pt>
                <c:pt idx="7">
                  <c:v>4.8</c:v>
                </c:pt>
                <c:pt idx="8">
                  <c:v>5.0</c:v>
                </c:pt>
                <c:pt idx="9">
                  <c:v>5.7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59.7</c:v>
                </c:pt>
                <c:pt idx="1">
                  <c:v>60.0</c:v>
                </c:pt>
                <c:pt idx="2">
                  <c:v>59.8</c:v>
                </c:pt>
                <c:pt idx="3">
                  <c:v>60.6</c:v>
                </c:pt>
                <c:pt idx="4">
                  <c:v>61.5</c:v>
                </c:pt>
                <c:pt idx="5">
                  <c:v>61.9</c:v>
                </c:pt>
                <c:pt idx="6">
                  <c:v>62.2</c:v>
                </c:pt>
                <c:pt idx="7">
                  <c:v>61.7</c:v>
                </c:pt>
                <c:pt idx="8">
                  <c:v>61.5</c:v>
                </c:pt>
                <c:pt idx="9">
                  <c:v>61.0</c:v>
                </c:pt>
                <c:pt idx="10">
                  <c:v>61.3</c:v>
                </c:pt>
                <c:pt idx="11">
                  <c:v>61.1</c:v>
                </c:pt>
                <c:pt idx="12">
                  <c:v>60.9</c:v>
                </c:pt>
                <c:pt idx="13">
                  <c:v>60.9</c:v>
                </c:pt>
                <c:pt idx="14">
                  <c:v>60.9</c:v>
                </c:pt>
                <c:pt idx="15">
                  <c:v>60.9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26.3</c:v>
                </c:pt>
                <c:pt idx="1">
                  <c:v>26.4</c:v>
                </c:pt>
                <c:pt idx="2">
                  <c:v>27.0</c:v>
                </c:pt>
                <c:pt idx="3">
                  <c:v>26.6</c:v>
                </c:pt>
                <c:pt idx="4">
                  <c:v>26.0</c:v>
                </c:pt>
                <c:pt idx="5">
                  <c:v>25.8</c:v>
                </c:pt>
                <c:pt idx="6">
                  <c:v>25.4</c:v>
                </c:pt>
                <c:pt idx="7">
                  <c:v>25.0</c:v>
                </c:pt>
                <c:pt idx="8">
                  <c:v>25.4</c:v>
                </c:pt>
                <c:pt idx="9">
                  <c:v>25.5</c:v>
                </c:pt>
                <c:pt idx="10">
                  <c:v>25.1</c:v>
                </c:pt>
                <c:pt idx="11">
                  <c:v>25.0</c:v>
                </c:pt>
                <c:pt idx="12">
                  <c:v>25.2</c:v>
                </c:pt>
                <c:pt idx="13">
                  <c:v>25.2</c:v>
                </c:pt>
                <c:pt idx="14">
                  <c:v>25.2</c:v>
                </c:pt>
                <c:pt idx="15">
                  <c:v>25.2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4.6</c:v>
                </c:pt>
                <c:pt idx="3">
                  <c:v>4.6</c:v>
                </c:pt>
                <c:pt idx="4">
                  <c:v>4.3</c:v>
                </c:pt>
                <c:pt idx="5">
                  <c:v>4.2</c:v>
                </c:pt>
                <c:pt idx="6">
                  <c:v>4.2</c:v>
                </c:pt>
                <c:pt idx="7">
                  <c:v>4.2</c:v>
                </c:pt>
                <c:pt idx="8">
                  <c:v>4.1</c:v>
                </c:pt>
                <c:pt idx="9">
                  <c:v>4.3</c:v>
                </c:pt>
                <c:pt idx="10">
                  <c:v>4.4</c:v>
                </c:pt>
                <c:pt idx="11">
                  <c:v>4.4</c:v>
                </c:pt>
                <c:pt idx="12">
                  <c:v>4.4</c:v>
                </c:pt>
                <c:pt idx="13">
                  <c:v>4.4</c:v>
                </c:pt>
                <c:pt idx="14">
                  <c:v>4.4</c:v>
                </c:pt>
                <c:pt idx="15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4.4</c:v>
                </c:pt>
                <c:pt idx="1">
                  <c:v>4.2</c:v>
                </c:pt>
                <c:pt idx="2">
                  <c:v>4.2</c:v>
                </c:pt>
                <c:pt idx="3">
                  <c:v>4.0</c:v>
                </c:pt>
                <c:pt idx="4">
                  <c:v>3.9</c:v>
                </c:pt>
                <c:pt idx="5">
                  <c:v>3.8</c:v>
                </c:pt>
                <c:pt idx="6">
                  <c:v>3.9</c:v>
                </c:pt>
                <c:pt idx="7">
                  <c:v>3.9</c:v>
                </c:pt>
                <c:pt idx="8">
                  <c:v>3.7</c:v>
                </c:pt>
                <c:pt idx="9">
                  <c:v>3.6</c:v>
                </c:pt>
                <c:pt idx="10">
                  <c:v>3.5</c:v>
                </c:pt>
                <c:pt idx="11">
                  <c:v>3.4</c:v>
                </c:pt>
                <c:pt idx="12">
                  <c:v>3.4</c:v>
                </c:pt>
                <c:pt idx="13">
                  <c:v>3.4</c:v>
                </c:pt>
                <c:pt idx="14">
                  <c:v>3.4</c:v>
                </c:pt>
                <c:pt idx="15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1.0</c:v>
                </c:pt>
                <c:pt idx="1">
                  <c:v>1.1</c:v>
                </c:pt>
                <c:pt idx="2">
                  <c:v>1.0</c:v>
                </c:pt>
                <c:pt idx="3">
                  <c:v>0.9</c:v>
                </c:pt>
                <c:pt idx="4">
                  <c:v>1.0</c:v>
                </c:pt>
                <c:pt idx="5">
                  <c:v>1.1</c:v>
                </c:pt>
                <c:pt idx="6">
                  <c:v>1.2</c:v>
                </c:pt>
                <c:pt idx="7">
                  <c:v>1.3</c:v>
                </c:pt>
                <c:pt idx="8">
                  <c:v>1.2</c:v>
                </c:pt>
                <c:pt idx="9">
                  <c:v>1.3</c:v>
                </c:pt>
                <c:pt idx="10">
                  <c:v>1.2</c:v>
                </c:pt>
                <c:pt idx="11">
                  <c:v>1.2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3.9</c:v>
                </c:pt>
                <c:pt idx="1">
                  <c:v>3.7</c:v>
                </c:pt>
                <c:pt idx="2">
                  <c:v>3.4</c:v>
                </c:pt>
                <c:pt idx="3">
                  <c:v>3.3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4.0</c:v>
                </c:pt>
                <c:pt idx="8">
                  <c:v>4.2</c:v>
                </c:pt>
                <c:pt idx="9">
                  <c:v>4.3</c:v>
                </c:pt>
                <c:pt idx="10">
                  <c:v>4.5</c:v>
                </c:pt>
                <c:pt idx="11">
                  <c:v>4.8</c:v>
                </c:pt>
                <c:pt idx="12">
                  <c:v>4.9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44.2</c:v>
                </c:pt>
                <c:pt idx="1">
                  <c:v>45.0</c:v>
                </c:pt>
                <c:pt idx="2">
                  <c:v>45.3</c:v>
                </c:pt>
                <c:pt idx="3">
                  <c:v>45.0</c:v>
                </c:pt>
                <c:pt idx="4">
                  <c:v>44.5</c:v>
                </c:pt>
                <c:pt idx="5">
                  <c:v>44.6</c:v>
                </c:pt>
                <c:pt idx="6">
                  <c:v>44.3</c:v>
                </c:pt>
                <c:pt idx="7">
                  <c:v>43.7</c:v>
                </c:pt>
                <c:pt idx="8">
                  <c:v>43.3</c:v>
                </c:pt>
                <c:pt idx="9">
                  <c:v>42.9</c:v>
                </c:pt>
                <c:pt idx="10">
                  <c:v>43.0</c:v>
                </c:pt>
                <c:pt idx="11">
                  <c:v>43.2</c:v>
                </c:pt>
                <c:pt idx="12">
                  <c:v>43.4</c:v>
                </c:pt>
                <c:pt idx="13">
                  <c:v>43.4</c:v>
                </c:pt>
                <c:pt idx="14">
                  <c:v>43.4</c:v>
                </c:pt>
                <c:pt idx="15">
                  <c:v>43.4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40.6</c:v>
                </c:pt>
                <c:pt idx="1">
                  <c:v>40.3</c:v>
                </c:pt>
                <c:pt idx="2">
                  <c:v>40.2</c:v>
                </c:pt>
                <c:pt idx="3">
                  <c:v>40.5</c:v>
                </c:pt>
                <c:pt idx="4">
                  <c:v>41.2</c:v>
                </c:pt>
                <c:pt idx="5">
                  <c:v>41.3</c:v>
                </c:pt>
                <c:pt idx="6">
                  <c:v>41.4</c:v>
                </c:pt>
                <c:pt idx="7">
                  <c:v>41.1</c:v>
                </c:pt>
                <c:pt idx="8">
                  <c:v>40.7</c:v>
                </c:pt>
                <c:pt idx="9">
                  <c:v>40.7</c:v>
                </c:pt>
                <c:pt idx="10">
                  <c:v>40.6</c:v>
                </c:pt>
                <c:pt idx="11">
                  <c:v>40.4</c:v>
                </c:pt>
                <c:pt idx="12">
                  <c:v>40.2</c:v>
                </c:pt>
                <c:pt idx="13">
                  <c:v>40.2</c:v>
                </c:pt>
                <c:pt idx="14">
                  <c:v>40.2</c:v>
                </c:pt>
                <c:pt idx="15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4.0</c:v>
                </c:pt>
                <c:pt idx="1">
                  <c:v>3.7</c:v>
                </c:pt>
                <c:pt idx="2">
                  <c:v>3.9</c:v>
                </c:pt>
                <c:pt idx="3">
                  <c:v>3.9</c:v>
                </c:pt>
                <c:pt idx="4">
                  <c:v>3.9</c:v>
                </c:pt>
                <c:pt idx="5">
                  <c:v>3.8</c:v>
                </c:pt>
                <c:pt idx="6">
                  <c:v>3.8</c:v>
                </c:pt>
                <c:pt idx="7">
                  <c:v>3.7</c:v>
                </c:pt>
                <c:pt idx="8">
                  <c:v>3.9</c:v>
                </c:pt>
                <c:pt idx="9">
                  <c:v>3.9</c:v>
                </c:pt>
                <c:pt idx="10">
                  <c:v>3.8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5.4</c:v>
                </c:pt>
                <c:pt idx="1">
                  <c:v>5.2</c:v>
                </c:pt>
                <c:pt idx="2">
                  <c:v>5.0</c:v>
                </c:pt>
                <c:pt idx="3">
                  <c:v>5.1</c:v>
                </c:pt>
                <c:pt idx="4">
                  <c:v>5.4</c:v>
                </c:pt>
                <c:pt idx="5">
                  <c:v>5.4</c:v>
                </c:pt>
                <c:pt idx="6">
                  <c:v>5.7</c:v>
                </c:pt>
                <c:pt idx="7">
                  <c:v>6.0</c:v>
                </c:pt>
                <c:pt idx="8">
                  <c:v>6.2</c:v>
                </c:pt>
                <c:pt idx="9">
                  <c:v>6.2</c:v>
                </c:pt>
                <c:pt idx="10">
                  <c:v>6.1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1.9</c:v>
                </c:pt>
                <c:pt idx="1">
                  <c:v>1.8</c:v>
                </c:pt>
                <c:pt idx="2">
                  <c:v>1.9</c:v>
                </c:pt>
                <c:pt idx="3">
                  <c:v>1.8</c:v>
                </c:pt>
                <c:pt idx="4">
                  <c:v>1.7</c:v>
                </c:pt>
                <c:pt idx="5">
                  <c:v>1.8</c:v>
                </c:pt>
                <c:pt idx="6">
                  <c:v>1.7</c:v>
                </c:pt>
                <c:pt idx="7">
                  <c:v>1.7</c:v>
                </c:pt>
                <c:pt idx="8">
                  <c:v>1.5</c:v>
                </c:pt>
                <c:pt idx="9">
                  <c:v>1.5</c:v>
                </c:pt>
                <c:pt idx="10">
                  <c:v>1.6</c:v>
                </c:pt>
                <c:pt idx="11">
                  <c:v>1.5</c:v>
                </c:pt>
                <c:pt idx="12">
                  <c:v>1.6</c:v>
                </c:pt>
                <c:pt idx="13">
                  <c:v>1.6</c:v>
                </c:pt>
                <c:pt idx="14">
                  <c:v>1.6</c:v>
                </c:pt>
                <c:pt idx="15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3.9</c:v>
                </c:pt>
                <c:pt idx="1">
                  <c:v>4.0</c:v>
                </c:pt>
                <c:pt idx="2">
                  <c:v>3.7</c:v>
                </c:pt>
                <c:pt idx="3">
                  <c:v>3.6</c:v>
                </c:pt>
                <c:pt idx="4">
                  <c:v>3.2</c:v>
                </c:pt>
                <c:pt idx="5">
                  <c:v>3.1</c:v>
                </c:pt>
                <c:pt idx="6">
                  <c:v>3.0</c:v>
                </c:pt>
                <c:pt idx="7">
                  <c:v>3.8</c:v>
                </c:pt>
                <c:pt idx="8">
                  <c:v>4.3</c:v>
                </c:pt>
                <c:pt idx="9">
                  <c:v>4.8</c:v>
                </c:pt>
                <c:pt idx="10">
                  <c:v>5.0</c:v>
                </c:pt>
                <c:pt idx="11">
                  <c:v>5.1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44.2</c:v>
                </c:pt>
                <c:pt idx="1">
                  <c:v>45.3</c:v>
                </c:pt>
                <c:pt idx="2">
                  <c:v>44.6</c:v>
                </c:pt>
                <c:pt idx="3">
                  <c:v>44.9</c:v>
                </c:pt>
                <c:pt idx="4">
                  <c:v>44.7</c:v>
                </c:pt>
                <c:pt idx="5">
                  <c:v>44.8</c:v>
                </c:pt>
                <c:pt idx="6">
                  <c:v>43.7</c:v>
                </c:pt>
                <c:pt idx="7">
                  <c:v>43.9</c:v>
                </c:pt>
                <c:pt idx="8">
                  <c:v>43.9</c:v>
                </c:pt>
                <c:pt idx="9">
                  <c:v>44.2</c:v>
                </c:pt>
                <c:pt idx="10">
                  <c:v>44.2</c:v>
                </c:pt>
                <c:pt idx="11">
                  <c:v>43.8</c:v>
                </c:pt>
                <c:pt idx="12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44.6</c:v>
                </c:pt>
                <c:pt idx="1">
                  <c:v>43.7</c:v>
                </c:pt>
                <c:pt idx="2">
                  <c:v>44.2</c:v>
                </c:pt>
                <c:pt idx="3">
                  <c:v>43.2</c:v>
                </c:pt>
                <c:pt idx="4">
                  <c:v>43.4</c:v>
                </c:pt>
                <c:pt idx="5">
                  <c:v>41.9</c:v>
                </c:pt>
                <c:pt idx="6">
                  <c:v>40.6</c:v>
                </c:pt>
                <c:pt idx="7">
                  <c:v>40.1</c:v>
                </c:pt>
                <c:pt idx="8">
                  <c:v>39.5</c:v>
                </c:pt>
                <c:pt idx="9">
                  <c:v>39.3</c:v>
                </c:pt>
                <c:pt idx="10">
                  <c:v>39.2</c:v>
                </c:pt>
                <c:pt idx="11">
                  <c:v>37.9</c:v>
                </c:pt>
                <c:pt idx="12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3.0</c:v>
                </c:pt>
                <c:pt idx="2">
                  <c:v>3.4</c:v>
                </c:pt>
                <c:pt idx="3">
                  <c:v>4.4</c:v>
                </c:pt>
                <c:pt idx="4">
                  <c:v>4.4</c:v>
                </c:pt>
                <c:pt idx="5">
                  <c:v>4.6</c:v>
                </c:pt>
                <c:pt idx="6">
                  <c:v>5.2</c:v>
                </c:pt>
                <c:pt idx="7">
                  <c:v>4.9</c:v>
                </c:pt>
                <c:pt idx="8">
                  <c:v>4.9</c:v>
                </c:pt>
                <c:pt idx="9">
                  <c:v>4.7</c:v>
                </c:pt>
                <c:pt idx="10">
                  <c:v>4.6</c:v>
                </c:pt>
                <c:pt idx="11">
                  <c:v>4.8</c:v>
                </c:pt>
                <c:pt idx="12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4.3</c:v>
                </c:pt>
                <c:pt idx="1">
                  <c:v>4.8</c:v>
                </c:pt>
                <c:pt idx="2">
                  <c:v>4.9</c:v>
                </c:pt>
                <c:pt idx="3">
                  <c:v>4.5</c:v>
                </c:pt>
                <c:pt idx="4">
                  <c:v>4.3</c:v>
                </c:pt>
                <c:pt idx="5">
                  <c:v>4.4</c:v>
                </c:pt>
                <c:pt idx="6">
                  <c:v>3.9</c:v>
                </c:pt>
                <c:pt idx="7">
                  <c:v>4.1</c:v>
                </c:pt>
                <c:pt idx="8">
                  <c:v>4.2</c:v>
                </c:pt>
                <c:pt idx="9">
                  <c:v>4.1</c:v>
                </c:pt>
                <c:pt idx="10">
                  <c:v>4.1</c:v>
                </c:pt>
                <c:pt idx="11">
                  <c:v>4.4</c:v>
                </c:pt>
                <c:pt idx="12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0.7</c:v>
                </c:pt>
                <c:pt idx="2">
                  <c:v>1.0</c:v>
                </c:pt>
                <c:pt idx="3">
                  <c:v>1.1</c:v>
                </c:pt>
                <c:pt idx="4">
                  <c:v>1.2</c:v>
                </c:pt>
                <c:pt idx="5">
                  <c:v>1.1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  <c:pt idx="9">
                  <c:v>0.9</c:v>
                </c:pt>
                <c:pt idx="10">
                  <c:v>1.0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3.0</c:v>
                </c:pt>
                <c:pt idx="1">
                  <c:v>2.4</c:v>
                </c:pt>
                <c:pt idx="2">
                  <c:v>2.1</c:v>
                </c:pt>
                <c:pt idx="3">
                  <c:v>1.9</c:v>
                </c:pt>
                <c:pt idx="4">
                  <c:v>1.9</c:v>
                </c:pt>
                <c:pt idx="5">
                  <c:v>3.2</c:v>
                </c:pt>
                <c:pt idx="6">
                  <c:v>5.8</c:v>
                </c:pt>
                <c:pt idx="7">
                  <c:v>6.3</c:v>
                </c:pt>
                <c:pt idx="8">
                  <c:v>6.6</c:v>
                </c:pt>
                <c:pt idx="9">
                  <c:v>6.8</c:v>
                </c:pt>
                <c:pt idx="10">
                  <c:v>6.9</c:v>
                </c:pt>
                <c:pt idx="11">
                  <c:v>8.1</c:v>
                </c:pt>
                <c:pt idx="12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49.0</c:v>
                </c:pt>
                <c:pt idx="1">
                  <c:v>50.1</c:v>
                </c:pt>
                <c:pt idx="2">
                  <c:v>51.2</c:v>
                </c:pt>
                <c:pt idx="3">
                  <c:v>50.1</c:v>
                </c:pt>
                <c:pt idx="4">
                  <c:v>49.3</c:v>
                </c:pt>
                <c:pt idx="5">
                  <c:v>48.1</c:v>
                </c:pt>
                <c:pt idx="6">
                  <c:v>46.1</c:v>
                </c:pt>
                <c:pt idx="7">
                  <c:v>45.4</c:v>
                </c:pt>
                <c:pt idx="8">
                  <c:v>45.3</c:v>
                </c:pt>
                <c:pt idx="9">
                  <c:v>45.7</c:v>
                </c:pt>
                <c:pt idx="10">
                  <c:v>46.0</c:v>
                </c:pt>
                <c:pt idx="11">
                  <c:v>45.3</c:v>
                </c:pt>
                <c:pt idx="12">
                  <c:v>45.9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39.9</c:v>
                </c:pt>
                <c:pt idx="1">
                  <c:v>38.7</c:v>
                </c:pt>
                <c:pt idx="2">
                  <c:v>37.5</c:v>
                </c:pt>
                <c:pt idx="3">
                  <c:v>38.6</c:v>
                </c:pt>
                <c:pt idx="4">
                  <c:v>39.1</c:v>
                </c:pt>
                <c:pt idx="5">
                  <c:v>38.3</c:v>
                </c:pt>
                <c:pt idx="6">
                  <c:v>36.0</c:v>
                </c:pt>
                <c:pt idx="7">
                  <c:v>35.8</c:v>
                </c:pt>
                <c:pt idx="8">
                  <c:v>35.7</c:v>
                </c:pt>
                <c:pt idx="9">
                  <c:v>35.1</c:v>
                </c:pt>
                <c:pt idx="10">
                  <c:v>35.1</c:v>
                </c:pt>
                <c:pt idx="11">
                  <c:v>34.4</c:v>
                </c:pt>
                <c:pt idx="12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4.7</c:v>
                </c:pt>
                <c:pt idx="2">
                  <c:v>4.7</c:v>
                </c:pt>
                <c:pt idx="3">
                  <c:v>4.8</c:v>
                </c:pt>
                <c:pt idx="4">
                  <c:v>5.0</c:v>
                </c:pt>
                <c:pt idx="5">
                  <c:v>5.0</c:v>
                </c:pt>
                <c:pt idx="6">
                  <c:v>5.9</c:v>
                </c:pt>
                <c:pt idx="7">
                  <c:v>6.2</c:v>
                </c:pt>
                <c:pt idx="8">
                  <c:v>6.4</c:v>
                </c:pt>
                <c:pt idx="9">
                  <c:v>6.3</c:v>
                </c:pt>
                <c:pt idx="10">
                  <c:v>6.1</c:v>
                </c:pt>
                <c:pt idx="11">
                  <c:v>6.2</c:v>
                </c:pt>
                <c:pt idx="12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2.6</c:v>
                </c:pt>
                <c:pt idx="1">
                  <c:v>2.7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3.0</c:v>
                </c:pt>
                <c:pt idx="6">
                  <c:v>2.9</c:v>
                </c:pt>
                <c:pt idx="7">
                  <c:v>3.0</c:v>
                </c:pt>
                <c:pt idx="8">
                  <c:v>2.9</c:v>
                </c:pt>
                <c:pt idx="9">
                  <c:v>2.9</c:v>
                </c:pt>
                <c:pt idx="10">
                  <c:v>2.9</c:v>
                </c:pt>
                <c:pt idx="11">
                  <c:v>2.9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1.1</c:v>
                </c:pt>
                <c:pt idx="4">
                  <c:v>1.1</c:v>
                </c:pt>
                <c:pt idx="5">
                  <c:v>1.0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2.5</c:v>
                </c:pt>
                <c:pt idx="3">
                  <c:v>2.6</c:v>
                </c:pt>
                <c:pt idx="4">
                  <c:v>2.4</c:v>
                </c:pt>
                <c:pt idx="5">
                  <c:v>4.5</c:v>
                </c:pt>
                <c:pt idx="6">
                  <c:v>8.3</c:v>
                </c:pt>
                <c:pt idx="7">
                  <c:v>8.7</c:v>
                </c:pt>
                <c:pt idx="8">
                  <c:v>8.7</c:v>
                </c:pt>
                <c:pt idx="9">
                  <c:v>8.9</c:v>
                </c:pt>
                <c:pt idx="10">
                  <c:v>8.9</c:v>
                </c:pt>
                <c:pt idx="11">
                  <c:v>10.3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51.0</c:v>
                </c:pt>
                <c:pt idx="1">
                  <c:v>52.4</c:v>
                </c:pt>
                <c:pt idx="2">
                  <c:v>52.5</c:v>
                </c:pt>
                <c:pt idx="3">
                  <c:v>51.2</c:v>
                </c:pt>
                <c:pt idx="4">
                  <c:v>50.2</c:v>
                </c:pt>
                <c:pt idx="5">
                  <c:v>48.8</c:v>
                </c:pt>
                <c:pt idx="6">
                  <c:v>47.6</c:v>
                </c:pt>
                <c:pt idx="7">
                  <c:v>46.8</c:v>
                </c:pt>
                <c:pt idx="8">
                  <c:v>46.6</c:v>
                </c:pt>
                <c:pt idx="9">
                  <c:v>47.0</c:v>
                </c:pt>
                <c:pt idx="10">
                  <c:v>47.2</c:v>
                </c:pt>
                <c:pt idx="11">
                  <c:v>46.8</c:v>
                </c:pt>
                <c:pt idx="12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34.5</c:v>
                </c:pt>
                <c:pt idx="1">
                  <c:v>32.4</c:v>
                </c:pt>
                <c:pt idx="2">
                  <c:v>32.4</c:v>
                </c:pt>
                <c:pt idx="3">
                  <c:v>33.4</c:v>
                </c:pt>
                <c:pt idx="4">
                  <c:v>33.5</c:v>
                </c:pt>
                <c:pt idx="5">
                  <c:v>32.9</c:v>
                </c:pt>
                <c:pt idx="6">
                  <c:v>29.9</c:v>
                </c:pt>
                <c:pt idx="7">
                  <c:v>29.2</c:v>
                </c:pt>
                <c:pt idx="8">
                  <c:v>29.5</c:v>
                </c:pt>
                <c:pt idx="9">
                  <c:v>29.4</c:v>
                </c:pt>
                <c:pt idx="10">
                  <c:v>29.4</c:v>
                </c:pt>
                <c:pt idx="11">
                  <c:v>28.8</c:v>
                </c:pt>
                <c:pt idx="12">
                  <c:v>28.5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5.2</c:v>
                </c:pt>
                <c:pt idx="1">
                  <c:v>5.4</c:v>
                </c:pt>
                <c:pt idx="2">
                  <c:v>5.6</c:v>
                </c:pt>
                <c:pt idx="3">
                  <c:v>6.4</c:v>
                </c:pt>
                <c:pt idx="4">
                  <c:v>7.5</c:v>
                </c:pt>
                <c:pt idx="5">
                  <c:v>7.8</c:v>
                </c:pt>
                <c:pt idx="6">
                  <c:v>8.3</c:v>
                </c:pt>
                <c:pt idx="7">
                  <c:v>8.4</c:v>
                </c:pt>
                <c:pt idx="8">
                  <c:v>8.0</c:v>
                </c:pt>
                <c:pt idx="9">
                  <c:v>7.7</c:v>
                </c:pt>
                <c:pt idx="10">
                  <c:v>7.6</c:v>
                </c:pt>
                <c:pt idx="11">
                  <c:v>6.7</c:v>
                </c:pt>
                <c:pt idx="12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4.2</c:v>
                </c:pt>
                <c:pt idx="2">
                  <c:v>4.1</c:v>
                </c:pt>
                <c:pt idx="3">
                  <c:v>3.9</c:v>
                </c:pt>
                <c:pt idx="4">
                  <c:v>3.3</c:v>
                </c:pt>
                <c:pt idx="5">
                  <c:v>3.3</c:v>
                </c:pt>
                <c:pt idx="6">
                  <c:v>3.2</c:v>
                </c:pt>
                <c:pt idx="7">
                  <c:v>3.2</c:v>
                </c:pt>
                <c:pt idx="8">
                  <c:v>3.1</c:v>
                </c:pt>
                <c:pt idx="9">
                  <c:v>3.1</c:v>
                </c:pt>
                <c:pt idx="10">
                  <c:v>3.1</c:v>
                </c:pt>
                <c:pt idx="11">
                  <c:v>3.4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1.5</c:v>
                </c:pt>
                <c:pt idx="2">
                  <c:v>1.2</c:v>
                </c:pt>
                <c:pt idx="3">
                  <c:v>1.1</c:v>
                </c:pt>
                <c:pt idx="4">
                  <c:v>1.2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3.9</c:v>
                </c:pt>
                <c:pt idx="1">
                  <c:v>4.1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6.2</c:v>
                </c:pt>
                <c:pt idx="6">
                  <c:v>10.1</c:v>
                </c:pt>
                <c:pt idx="7">
                  <c:v>11.4</c:v>
                </c:pt>
                <c:pt idx="8">
                  <c:v>11.7</c:v>
                </c:pt>
                <c:pt idx="9">
                  <c:v>11.8</c:v>
                </c:pt>
                <c:pt idx="10">
                  <c:v>11.7</c:v>
                </c:pt>
                <c:pt idx="11">
                  <c:v>13.3</c:v>
                </c:pt>
                <c:pt idx="12">
                  <c:v>13.4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44.3</c:v>
                </c:pt>
                <c:pt idx="1">
                  <c:v>45.8</c:v>
                </c:pt>
                <c:pt idx="2">
                  <c:v>45.4</c:v>
                </c:pt>
                <c:pt idx="3">
                  <c:v>45.1</c:v>
                </c:pt>
                <c:pt idx="4">
                  <c:v>44.4</c:v>
                </c:pt>
                <c:pt idx="5">
                  <c:v>42.6</c:v>
                </c:pt>
                <c:pt idx="6">
                  <c:v>39.4</c:v>
                </c:pt>
                <c:pt idx="7">
                  <c:v>39.7</c:v>
                </c:pt>
                <c:pt idx="8">
                  <c:v>39.4</c:v>
                </c:pt>
                <c:pt idx="9">
                  <c:v>39.8</c:v>
                </c:pt>
                <c:pt idx="10">
                  <c:v>40.2</c:v>
                </c:pt>
                <c:pt idx="11">
                  <c:v>39.6</c:v>
                </c:pt>
                <c:pt idx="12">
                  <c:v>40.6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42.1</c:v>
                </c:pt>
                <c:pt idx="1">
                  <c:v>40.6</c:v>
                </c:pt>
                <c:pt idx="2">
                  <c:v>40.9</c:v>
                </c:pt>
                <c:pt idx="3">
                  <c:v>41.1</c:v>
                </c:pt>
                <c:pt idx="4">
                  <c:v>41.5</c:v>
                </c:pt>
                <c:pt idx="5">
                  <c:v>41.2</c:v>
                </c:pt>
                <c:pt idx="6">
                  <c:v>39.7</c:v>
                </c:pt>
                <c:pt idx="7">
                  <c:v>38.7</c:v>
                </c:pt>
                <c:pt idx="8">
                  <c:v>38.5</c:v>
                </c:pt>
                <c:pt idx="9">
                  <c:v>38.3</c:v>
                </c:pt>
                <c:pt idx="10">
                  <c:v>38.1</c:v>
                </c:pt>
                <c:pt idx="11">
                  <c:v>37.1</c:v>
                </c:pt>
                <c:pt idx="12">
                  <c:v>36.5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5.6</c:v>
                </c:pt>
                <c:pt idx="2">
                  <c:v>5.7</c:v>
                </c:pt>
                <c:pt idx="3">
                  <c:v>5.8</c:v>
                </c:pt>
                <c:pt idx="4">
                  <c:v>5.9</c:v>
                </c:pt>
                <c:pt idx="5">
                  <c:v>5.8</c:v>
                </c:pt>
                <c:pt idx="6">
                  <c:v>6.8</c:v>
                </c:pt>
                <c:pt idx="7">
                  <c:v>7.0</c:v>
                </c:pt>
                <c:pt idx="8">
                  <c:v>7.1</c:v>
                </c:pt>
                <c:pt idx="9">
                  <c:v>6.9</c:v>
                </c:pt>
                <c:pt idx="10">
                  <c:v>6.6</c:v>
                </c:pt>
                <c:pt idx="11">
                  <c:v>6.7</c:v>
                </c:pt>
                <c:pt idx="12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3.9</c:v>
                </c:pt>
                <c:pt idx="5">
                  <c:v>4.2</c:v>
                </c:pt>
                <c:pt idx="6">
                  <c:v>4.3</c:v>
                </c:pt>
                <c:pt idx="7">
                  <c:v>4.3</c:v>
                </c:pt>
                <c:pt idx="8">
                  <c:v>4.5</c:v>
                </c:pt>
                <c:pt idx="9">
                  <c:v>4.4</c:v>
                </c:pt>
                <c:pt idx="10">
                  <c:v>4.4</c:v>
                </c:pt>
                <c:pt idx="11">
                  <c:v>4.4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1.4</c:v>
                </c:pt>
                <c:pt idx="2">
                  <c:v>1.7</c:v>
                </c:pt>
                <c:pt idx="3">
                  <c:v>1.7</c:v>
                </c:pt>
                <c:pt idx="4">
                  <c:v>1.8</c:v>
                </c:pt>
                <c:pt idx="5">
                  <c:v>1.6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4.6</c:v>
                </c:pt>
                <c:pt idx="6">
                  <c:v>8.6</c:v>
                </c:pt>
                <c:pt idx="7">
                  <c:v>9.1</c:v>
                </c:pt>
                <c:pt idx="8">
                  <c:v>9.2</c:v>
                </c:pt>
                <c:pt idx="9">
                  <c:v>9.4</c:v>
                </c:pt>
                <c:pt idx="10">
                  <c:v>9.4</c:v>
                </c:pt>
                <c:pt idx="11">
                  <c:v>10.8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51.0</c:v>
                </c:pt>
                <c:pt idx="1">
                  <c:v>51.8</c:v>
                </c:pt>
                <c:pt idx="2">
                  <c:v>52.3</c:v>
                </c:pt>
                <c:pt idx="3">
                  <c:v>51.5</c:v>
                </c:pt>
                <c:pt idx="4">
                  <c:v>50.9</c:v>
                </c:pt>
                <c:pt idx="5">
                  <c:v>50.8</c:v>
                </c:pt>
                <c:pt idx="6">
                  <c:v>50.6</c:v>
                </c:pt>
                <c:pt idx="7">
                  <c:v>49.4</c:v>
                </c:pt>
                <c:pt idx="8">
                  <c:v>49.7</c:v>
                </c:pt>
                <c:pt idx="9">
                  <c:v>50.2</c:v>
                </c:pt>
                <c:pt idx="10">
                  <c:v>50.3</c:v>
                </c:pt>
                <c:pt idx="11">
                  <c:v>50.2</c:v>
                </c:pt>
                <c:pt idx="12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38.3</c:v>
                </c:pt>
                <c:pt idx="1">
                  <c:v>37.5</c:v>
                </c:pt>
                <c:pt idx="2">
                  <c:v>36.9</c:v>
                </c:pt>
                <c:pt idx="3">
                  <c:v>37.5</c:v>
                </c:pt>
                <c:pt idx="4">
                  <c:v>37.7</c:v>
                </c:pt>
                <c:pt idx="5">
                  <c:v>36.2</c:v>
                </c:pt>
                <c:pt idx="6">
                  <c:v>33.5</c:v>
                </c:pt>
                <c:pt idx="7">
                  <c:v>34.0</c:v>
                </c:pt>
                <c:pt idx="8">
                  <c:v>33.9</c:v>
                </c:pt>
                <c:pt idx="9">
                  <c:v>33.4</c:v>
                </c:pt>
                <c:pt idx="10">
                  <c:v>33.2</c:v>
                </c:pt>
                <c:pt idx="11">
                  <c:v>32.2</c:v>
                </c:pt>
                <c:pt idx="12">
                  <c:v>32.4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3.0</c:v>
                </c:pt>
                <c:pt idx="2">
                  <c:v>3.1</c:v>
                </c:pt>
                <c:pt idx="3">
                  <c:v>3.7</c:v>
                </c:pt>
                <c:pt idx="4">
                  <c:v>4.2</c:v>
                </c:pt>
                <c:pt idx="5">
                  <c:v>4.5</c:v>
                </c:pt>
                <c:pt idx="6">
                  <c:v>5.0</c:v>
                </c:pt>
                <c:pt idx="7">
                  <c:v>4.9</c:v>
                </c:pt>
                <c:pt idx="8">
                  <c:v>4.6</c:v>
                </c:pt>
                <c:pt idx="9">
                  <c:v>4.5</c:v>
                </c:pt>
                <c:pt idx="10">
                  <c:v>4.5</c:v>
                </c:pt>
                <c:pt idx="11">
                  <c:v>4.3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3.6</c:v>
                </c:pt>
                <c:pt idx="1">
                  <c:v>4.1</c:v>
                </c:pt>
                <c:pt idx="2">
                  <c:v>4.2</c:v>
                </c:pt>
                <c:pt idx="3">
                  <c:v>3.8</c:v>
                </c:pt>
                <c:pt idx="4">
                  <c:v>3.9</c:v>
                </c:pt>
                <c:pt idx="5">
                  <c:v>4.0</c:v>
                </c:pt>
                <c:pt idx="6">
                  <c:v>3.8</c:v>
                </c:pt>
                <c:pt idx="7">
                  <c:v>3.7</c:v>
                </c:pt>
                <c:pt idx="8">
                  <c:v>3.5</c:v>
                </c:pt>
                <c:pt idx="9">
                  <c:v>3.4</c:v>
                </c:pt>
                <c:pt idx="10">
                  <c:v>3.4</c:v>
                </c:pt>
                <c:pt idx="11">
                  <c:v>3.4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0.7</c:v>
                </c:pt>
                <c:pt idx="5">
                  <c:v>0.6</c:v>
                </c:pt>
                <c:pt idx="6">
                  <c:v>0.4</c:v>
                </c:pt>
                <c:pt idx="7">
                  <c:v>0.5</c:v>
                </c:pt>
                <c:pt idx="8">
                  <c:v>0.6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3.3</c:v>
                </c:pt>
                <c:pt idx="1">
                  <c:v>3.1</c:v>
                </c:pt>
                <c:pt idx="2">
                  <c:v>2.8</c:v>
                </c:pt>
                <c:pt idx="3">
                  <c:v>2.7</c:v>
                </c:pt>
                <c:pt idx="4">
                  <c:v>2.6</c:v>
                </c:pt>
                <c:pt idx="5">
                  <c:v>4.0</c:v>
                </c:pt>
                <c:pt idx="6">
                  <c:v>6.7</c:v>
                </c:pt>
                <c:pt idx="7">
                  <c:v>7.5</c:v>
                </c:pt>
                <c:pt idx="8">
                  <c:v>7.7</c:v>
                </c:pt>
                <c:pt idx="9">
                  <c:v>7.9</c:v>
                </c:pt>
                <c:pt idx="10">
                  <c:v>8.1</c:v>
                </c:pt>
                <c:pt idx="11">
                  <c:v>9.4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42.6</c:v>
                </c:pt>
                <c:pt idx="1">
                  <c:v>41.7</c:v>
                </c:pt>
                <c:pt idx="2">
                  <c:v>40.6</c:v>
                </c:pt>
                <c:pt idx="3">
                  <c:v>40.1</c:v>
                </c:pt>
                <c:pt idx="4">
                  <c:v>39.9</c:v>
                </c:pt>
                <c:pt idx="5">
                  <c:v>39.6</c:v>
                </c:pt>
                <c:pt idx="6">
                  <c:v>39.4</c:v>
                </c:pt>
                <c:pt idx="7">
                  <c:v>39.9</c:v>
                </c:pt>
                <c:pt idx="8">
                  <c:v>41.6</c:v>
                </c:pt>
                <c:pt idx="9">
                  <c:v>41.6</c:v>
                </c:pt>
                <c:pt idx="10">
                  <c:v>41.6</c:v>
                </c:pt>
                <c:pt idx="11">
                  <c:v>41.9</c:v>
                </c:pt>
                <c:pt idx="12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43.7</c:v>
                </c:pt>
                <c:pt idx="1">
                  <c:v>44.4</c:v>
                </c:pt>
                <c:pt idx="2">
                  <c:v>43.7</c:v>
                </c:pt>
                <c:pt idx="3">
                  <c:v>43.2</c:v>
                </c:pt>
                <c:pt idx="4">
                  <c:v>44.0</c:v>
                </c:pt>
                <c:pt idx="5">
                  <c:v>44.8</c:v>
                </c:pt>
                <c:pt idx="6">
                  <c:v>46.4</c:v>
                </c:pt>
                <c:pt idx="7">
                  <c:v>46.1</c:v>
                </c:pt>
                <c:pt idx="8">
                  <c:v>43.5</c:v>
                </c:pt>
                <c:pt idx="9">
                  <c:v>43.5</c:v>
                </c:pt>
                <c:pt idx="10">
                  <c:v>43.5</c:v>
                </c:pt>
                <c:pt idx="11">
                  <c:v>42.3</c:v>
                </c:pt>
                <c:pt idx="12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5.6</c:v>
                </c:pt>
                <c:pt idx="1">
                  <c:v>5.3</c:v>
                </c:pt>
                <c:pt idx="2">
                  <c:v>6.2</c:v>
                </c:pt>
                <c:pt idx="3">
                  <c:v>7.5</c:v>
                </c:pt>
                <c:pt idx="4">
                  <c:v>8.0</c:v>
                </c:pt>
                <c:pt idx="5">
                  <c:v>7.9</c:v>
                </c:pt>
                <c:pt idx="6">
                  <c:v>10.5</c:v>
                </c:pt>
                <c:pt idx="7">
                  <c:v>10.3</c:v>
                </c:pt>
                <c:pt idx="8">
                  <c:v>10.4</c:v>
                </c:pt>
                <c:pt idx="9">
                  <c:v>10.4</c:v>
                </c:pt>
                <c:pt idx="10">
                  <c:v>10.4</c:v>
                </c:pt>
                <c:pt idx="11">
                  <c:v>10.5</c:v>
                </c:pt>
                <c:pt idx="12">
                  <c:v>12.3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2.5</c:v>
                </c:pt>
                <c:pt idx="1">
                  <c:v>4.1</c:v>
                </c:pt>
                <c:pt idx="2">
                  <c:v>4.1</c:v>
                </c:pt>
                <c:pt idx="3">
                  <c:v>3.7</c:v>
                </c:pt>
                <c:pt idx="4">
                  <c:v>3.1</c:v>
                </c:pt>
                <c:pt idx="5">
                  <c:v>2.9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  <c:pt idx="9">
                  <c:v>1.1</c:v>
                </c:pt>
                <c:pt idx="10">
                  <c:v>1.1</c:v>
                </c:pt>
                <c:pt idx="11">
                  <c:v>1.5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0.9</c:v>
                </c:pt>
                <c:pt idx="1">
                  <c:v>0.1</c:v>
                </c:pt>
                <c:pt idx="2">
                  <c:v>0.2</c:v>
                </c:pt>
                <c:pt idx="3">
                  <c:v>0.4</c:v>
                </c:pt>
                <c:pt idx="4">
                  <c:v>0.4</c:v>
                </c:pt>
                <c:pt idx="5">
                  <c:v>0.6</c:v>
                </c:pt>
                <c:pt idx="6">
                  <c:v>0.6</c:v>
                </c:pt>
                <c:pt idx="7">
                  <c:v>0.4</c:v>
                </c:pt>
                <c:pt idx="8">
                  <c:v>0.7</c:v>
                </c:pt>
                <c:pt idx="9">
                  <c:v>0.7</c:v>
                </c:pt>
                <c:pt idx="10">
                  <c:v>0.7</c:v>
                </c:pt>
                <c:pt idx="11">
                  <c:v>0.9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4.7</c:v>
                </c:pt>
                <c:pt idx="1">
                  <c:v>4.4</c:v>
                </c:pt>
                <c:pt idx="2">
                  <c:v>5.1</c:v>
                </c:pt>
                <c:pt idx="3">
                  <c:v>5.2</c:v>
                </c:pt>
                <c:pt idx="4">
                  <c:v>4.6</c:v>
                </c:pt>
                <c:pt idx="5">
                  <c:v>4.2</c:v>
                </c:pt>
                <c:pt idx="6">
                  <c:v>2.1</c:v>
                </c:pt>
                <c:pt idx="7">
                  <c:v>2.1</c:v>
                </c:pt>
                <c:pt idx="8">
                  <c:v>2.7</c:v>
                </c:pt>
                <c:pt idx="9">
                  <c:v>2.7</c:v>
                </c:pt>
                <c:pt idx="10">
                  <c:v>2.7</c:v>
                </c:pt>
                <c:pt idx="11">
                  <c:v>3.0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45.9</c:v>
                </c:pt>
                <c:pt idx="1">
                  <c:v>47.5</c:v>
                </c:pt>
                <c:pt idx="2">
                  <c:v>47.6</c:v>
                </c:pt>
                <c:pt idx="3">
                  <c:v>46.7</c:v>
                </c:pt>
                <c:pt idx="4">
                  <c:v>45.9</c:v>
                </c:pt>
                <c:pt idx="5">
                  <c:v>46.4</c:v>
                </c:pt>
                <c:pt idx="6">
                  <c:v>46.2</c:v>
                </c:pt>
                <c:pt idx="7">
                  <c:v>46.9</c:v>
                </c:pt>
                <c:pt idx="8">
                  <c:v>46.7</c:v>
                </c:pt>
                <c:pt idx="9">
                  <c:v>46.7</c:v>
                </c:pt>
                <c:pt idx="10">
                  <c:v>46.7</c:v>
                </c:pt>
                <c:pt idx="11">
                  <c:v>47.1</c:v>
                </c:pt>
                <c:pt idx="12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41.7</c:v>
                </c:pt>
                <c:pt idx="1">
                  <c:v>39.9</c:v>
                </c:pt>
                <c:pt idx="2">
                  <c:v>39.9</c:v>
                </c:pt>
                <c:pt idx="3">
                  <c:v>40.6</c:v>
                </c:pt>
                <c:pt idx="4">
                  <c:v>40.8</c:v>
                </c:pt>
                <c:pt idx="5">
                  <c:v>39.6</c:v>
                </c:pt>
                <c:pt idx="6">
                  <c:v>39.3</c:v>
                </c:pt>
                <c:pt idx="7">
                  <c:v>37.4</c:v>
                </c:pt>
                <c:pt idx="8">
                  <c:v>37.7</c:v>
                </c:pt>
                <c:pt idx="9">
                  <c:v>37.7</c:v>
                </c:pt>
                <c:pt idx="10">
                  <c:v>37.7</c:v>
                </c:pt>
                <c:pt idx="11">
                  <c:v>37.0</c:v>
                </c:pt>
                <c:pt idx="12">
                  <c:v>37.3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4.9</c:v>
                </c:pt>
                <c:pt idx="2">
                  <c:v>4.9</c:v>
                </c:pt>
                <c:pt idx="3">
                  <c:v>5.4</c:v>
                </c:pt>
                <c:pt idx="4">
                  <c:v>5.6</c:v>
                </c:pt>
                <c:pt idx="5">
                  <c:v>5.8</c:v>
                </c:pt>
                <c:pt idx="6">
                  <c:v>6.2</c:v>
                </c:pt>
                <c:pt idx="7">
                  <c:v>7.2</c:v>
                </c:pt>
                <c:pt idx="8">
                  <c:v>7.2</c:v>
                </c:pt>
                <c:pt idx="9">
                  <c:v>7.2</c:v>
                </c:pt>
                <c:pt idx="10">
                  <c:v>7.2</c:v>
                </c:pt>
                <c:pt idx="11">
                  <c:v>7.4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4.0</c:v>
                </c:pt>
                <c:pt idx="2">
                  <c:v>4.0</c:v>
                </c:pt>
                <c:pt idx="3">
                  <c:v>3.8</c:v>
                </c:pt>
                <c:pt idx="4">
                  <c:v>4.1</c:v>
                </c:pt>
                <c:pt idx="5">
                  <c:v>4.7</c:v>
                </c:pt>
                <c:pt idx="6">
                  <c:v>4.8</c:v>
                </c:pt>
                <c:pt idx="7">
                  <c:v>5.4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5.3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0.8</c:v>
                </c:pt>
                <c:pt idx="2">
                  <c:v>0.9</c:v>
                </c:pt>
                <c:pt idx="3">
                  <c:v>1.0</c:v>
                </c:pt>
                <c:pt idx="4">
                  <c:v>0.9</c:v>
                </c:pt>
                <c:pt idx="5">
                  <c:v>0.8</c:v>
                </c:pt>
                <c:pt idx="6">
                  <c:v>0.8</c:v>
                </c:pt>
                <c:pt idx="7">
                  <c:v>0.6</c:v>
                </c:pt>
                <c:pt idx="8">
                  <c:v>0.7</c:v>
                </c:pt>
                <c:pt idx="9">
                  <c:v>0.7</c:v>
                </c:pt>
                <c:pt idx="10">
                  <c:v>0.7</c:v>
                </c:pt>
                <c:pt idx="11">
                  <c:v>0.6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2.9</c:v>
                </c:pt>
                <c:pt idx="2">
                  <c:v>2.5</c:v>
                </c:pt>
                <c:pt idx="3">
                  <c:v>2.5</c:v>
                </c:pt>
                <c:pt idx="4">
                  <c:v>2.6</c:v>
                </c:pt>
                <c:pt idx="5">
                  <c:v>2.7</c:v>
                </c:pt>
                <c:pt idx="6">
                  <c:v>2.7</c:v>
                </c:pt>
                <c:pt idx="7">
                  <c:v>2.5</c:v>
                </c:pt>
                <c:pt idx="8">
                  <c:v>2.6</c:v>
                </c:pt>
                <c:pt idx="9">
                  <c:v>2.6</c:v>
                </c:pt>
                <c:pt idx="10">
                  <c:v>2.6</c:v>
                </c:pt>
                <c:pt idx="11">
                  <c:v>2.5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39.6</c:v>
                </c:pt>
                <c:pt idx="1">
                  <c:v>40.4</c:v>
                </c:pt>
                <c:pt idx="2">
                  <c:v>40.2</c:v>
                </c:pt>
                <c:pt idx="3">
                  <c:v>39.7</c:v>
                </c:pt>
                <c:pt idx="4">
                  <c:v>39.4</c:v>
                </c:pt>
                <c:pt idx="5">
                  <c:v>38.3</c:v>
                </c:pt>
                <c:pt idx="6">
                  <c:v>37.5</c:v>
                </c:pt>
                <c:pt idx="7">
                  <c:v>37.1</c:v>
                </c:pt>
                <c:pt idx="8">
                  <c:v>37.3</c:v>
                </c:pt>
                <c:pt idx="9">
                  <c:v>37.6</c:v>
                </c:pt>
                <c:pt idx="10">
                  <c:v>37.8</c:v>
                </c:pt>
                <c:pt idx="11">
                  <c:v>37.3</c:v>
                </c:pt>
                <c:pt idx="12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51.0</c:v>
                </c:pt>
                <c:pt idx="1">
                  <c:v>50.0</c:v>
                </c:pt>
                <c:pt idx="2">
                  <c:v>49.8</c:v>
                </c:pt>
                <c:pt idx="3">
                  <c:v>50.0</c:v>
                </c:pt>
                <c:pt idx="4">
                  <c:v>50.3</c:v>
                </c:pt>
                <c:pt idx="5">
                  <c:v>49.6</c:v>
                </c:pt>
                <c:pt idx="6">
                  <c:v>47.7</c:v>
                </c:pt>
                <c:pt idx="7">
                  <c:v>47.3</c:v>
                </c:pt>
                <c:pt idx="8">
                  <c:v>47.0</c:v>
                </c:pt>
                <c:pt idx="9">
                  <c:v>46.5</c:v>
                </c:pt>
                <c:pt idx="10">
                  <c:v>46.2</c:v>
                </c:pt>
                <c:pt idx="11">
                  <c:v>45.3</c:v>
                </c:pt>
                <c:pt idx="12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4.0</c:v>
                </c:pt>
                <c:pt idx="1">
                  <c:v>4.0</c:v>
                </c:pt>
                <c:pt idx="2">
                  <c:v>4.2</c:v>
                </c:pt>
                <c:pt idx="3">
                  <c:v>4.7</c:v>
                </c:pt>
                <c:pt idx="4">
                  <c:v>4.9</c:v>
                </c:pt>
                <c:pt idx="5">
                  <c:v>5.1</c:v>
                </c:pt>
                <c:pt idx="6">
                  <c:v>5.5</c:v>
                </c:pt>
                <c:pt idx="7">
                  <c:v>5.7</c:v>
                </c:pt>
                <c:pt idx="8">
                  <c:v>5.6</c:v>
                </c:pt>
                <c:pt idx="9">
                  <c:v>5.5</c:v>
                </c:pt>
                <c:pt idx="10">
                  <c:v>5.4</c:v>
                </c:pt>
                <c:pt idx="11">
                  <c:v>5.5</c:v>
                </c:pt>
                <c:pt idx="12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1.6</c:v>
                </c:pt>
                <c:pt idx="1">
                  <c:v>1.9</c:v>
                </c:pt>
                <c:pt idx="2">
                  <c:v>2.3</c:v>
                </c:pt>
                <c:pt idx="3">
                  <c:v>2.2</c:v>
                </c:pt>
                <c:pt idx="4">
                  <c:v>2.1</c:v>
                </c:pt>
                <c:pt idx="5">
                  <c:v>2.2</c:v>
                </c:pt>
                <c:pt idx="6">
                  <c:v>1.9</c:v>
                </c:pt>
                <c:pt idx="7">
                  <c:v>2.1</c:v>
                </c:pt>
                <c:pt idx="8">
                  <c:v>2.0</c:v>
                </c:pt>
                <c:pt idx="9">
                  <c:v>2.0</c:v>
                </c:pt>
                <c:pt idx="10">
                  <c:v>2.0</c:v>
                </c:pt>
                <c:pt idx="11">
                  <c:v>2.1</c:v>
                </c:pt>
                <c:pt idx="12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0.9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  <c:pt idx="9">
                  <c:v>0.7</c:v>
                </c:pt>
                <c:pt idx="10">
                  <c:v>0.7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2.7</c:v>
                </c:pt>
                <c:pt idx="3">
                  <c:v>2.8</c:v>
                </c:pt>
                <c:pt idx="4">
                  <c:v>2.6</c:v>
                </c:pt>
                <c:pt idx="5">
                  <c:v>4.1</c:v>
                </c:pt>
                <c:pt idx="6">
                  <c:v>6.7</c:v>
                </c:pt>
                <c:pt idx="7">
                  <c:v>7.2</c:v>
                </c:pt>
                <c:pt idx="8">
                  <c:v>7.5</c:v>
                </c:pt>
                <c:pt idx="9">
                  <c:v>7.7</c:v>
                </c:pt>
                <c:pt idx="10">
                  <c:v>7.9</c:v>
                </c:pt>
                <c:pt idx="11">
                  <c:v>9.2</c:v>
                </c:pt>
                <c:pt idx="12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69.7</c:v>
                </c:pt>
                <c:pt idx="1">
                  <c:v>71.1</c:v>
                </c:pt>
                <c:pt idx="2">
                  <c:v>71.3</c:v>
                </c:pt>
                <c:pt idx="3">
                  <c:v>72.0</c:v>
                </c:pt>
                <c:pt idx="4">
                  <c:v>70.0</c:v>
                </c:pt>
                <c:pt idx="5">
                  <c:v>68.6</c:v>
                </c:pt>
                <c:pt idx="6">
                  <c:v>64.1</c:v>
                </c:pt>
                <c:pt idx="7">
                  <c:v>64.2</c:v>
                </c:pt>
                <c:pt idx="8">
                  <c:v>64.1</c:v>
                </c:pt>
                <c:pt idx="9">
                  <c:v>64.5</c:v>
                </c:pt>
                <c:pt idx="10">
                  <c:v>64.7</c:v>
                </c:pt>
                <c:pt idx="11">
                  <c:v>64.7</c:v>
                </c:pt>
                <c:pt idx="12">
                  <c:v>65.2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11.3</c:v>
                </c:pt>
                <c:pt idx="1">
                  <c:v>10.2</c:v>
                </c:pt>
                <c:pt idx="2">
                  <c:v>11.0</c:v>
                </c:pt>
                <c:pt idx="3">
                  <c:v>10.6</c:v>
                </c:pt>
                <c:pt idx="4">
                  <c:v>12.0</c:v>
                </c:pt>
                <c:pt idx="5">
                  <c:v>11.3</c:v>
                </c:pt>
                <c:pt idx="6">
                  <c:v>9.4</c:v>
                </c:pt>
                <c:pt idx="7">
                  <c:v>8.8</c:v>
                </c:pt>
                <c:pt idx="8">
                  <c:v>8.9</c:v>
                </c:pt>
                <c:pt idx="9">
                  <c:v>8.9</c:v>
                </c:pt>
                <c:pt idx="10">
                  <c:v>9.0</c:v>
                </c:pt>
                <c:pt idx="11">
                  <c:v>7.6</c:v>
                </c:pt>
                <c:pt idx="12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5.3</c:v>
                </c:pt>
                <c:pt idx="1">
                  <c:v>5.1</c:v>
                </c:pt>
                <c:pt idx="2">
                  <c:v>5.2</c:v>
                </c:pt>
                <c:pt idx="3">
                  <c:v>5.1</c:v>
                </c:pt>
                <c:pt idx="4">
                  <c:v>5.3</c:v>
                </c:pt>
                <c:pt idx="5">
                  <c:v>5.3</c:v>
                </c:pt>
                <c:pt idx="6">
                  <c:v>7.1</c:v>
                </c:pt>
                <c:pt idx="7">
                  <c:v>6.9</c:v>
                </c:pt>
                <c:pt idx="8">
                  <c:v>6.9</c:v>
                </c:pt>
                <c:pt idx="9">
                  <c:v>6.6</c:v>
                </c:pt>
                <c:pt idx="10">
                  <c:v>6.4</c:v>
                </c:pt>
                <c:pt idx="11">
                  <c:v>6.1</c:v>
                </c:pt>
                <c:pt idx="12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8.9</c:v>
                </c:pt>
                <c:pt idx="1">
                  <c:v>9.3</c:v>
                </c:pt>
                <c:pt idx="2">
                  <c:v>8.2</c:v>
                </c:pt>
                <c:pt idx="3">
                  <c:v>7.9</c:v>
                </c:pt>
                <c:pt idx="4">
                  <c:v>8.1</c:v>
                </c:pt>
                <c:pt idx="5">
                  <c:v>8.6</c:v>
                </c:pt>
                <c:pt idx="6">
                  <c:v>9.5</c:v>
                </c:pt>
                <c:pt idx="7">
                  <c:v>9.1</c:v>
                </c:pt>
                <c:pt idx="8">
                  <c:v>8.9</c:v>
                </c:pt>
                <c:pt idx="9">
                  <c:v>8.7</c:v>
                </c:pt>
                <c:pt idx="10">
                  <c:v>8.7</c:v>
                </c:pt>
                <c:pt idx="11">
                  <c:v>8.7</c:v>
                </c:pt>
                <c:pt idx="12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1.6</c:v>
                </c:pt>
                <c:pt idx="2">
                  <c:v>2.1</c:v>
                </c:pt>
                <c:pt idx="3">
                  <c:v>2.6</c:v>
                </c:pt>
                <c:pt idx="4">
                  <c:v>2.5</c:v>
                </c:pt>
                <c:pt idx="5">
                  <c:v>2.3</c:v>
                </c:pt>
                <c:pt idx="6">
                  <c:v>1.3</c:v>
                </c:pt>
                <c:pt idx="7">
                  <c:v>1.5</c:v>
                </c:pt>
                <c:pt idx="8">
                  <c:v>1.6</c:v>
                </c:pt>
                <c:pt idx="9">
                  <c:v>1.6</c:v>
                </c:pt>
                <c:pt idx="10">
                  <c:v>1.7</c:v>
                </c:pt>
                <c:pt idx="11">
                  <c:v>1.8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3.2</c:v>
                </c:pt>
                <c:pt idx="1">
                  <c:v>2.7</c:v>
                </c:pt>
                <c:pt idx="2">
                  <c:v>2.2</c:v>
                </c:pt>
                <c:pt idx="3">
                  <c:v>1.8</c:v>
                </c:pt>
                <c:pt idx="4">
                  <c:v>2.0</c:v>
                </c:pt>
                <c:pt idx="5">
                  <c:v>3.9</c:v>
                </c:pt>
                <c:pt idx="6">
                  <c:v>8.6</c:v>
                </c:pt>
                <c:pt idx="7">
                  <c:v>9.6</c:v>
                </c:pt>
                <c:pt idx="8">
                  <c:v>9.6</c:v>
                </c:pt>
                <c:pt idx="9">
                  <c:v>9.7</c:v>
                </c:pt>
                <c:pt idx="10">
                  <c:v>9.6</c:v>
                </c:pt>
                <c:pt idx="11">
                  <c:v>11.2</c:v>
                </c:pt>
                <c:pt idx="12">
                  <c:v>10.7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46.2</c:v>
                </c:pt>
                <c:pt idx="1">
                  <c:v>47.2</c:v>
                </c:pt>
                <c:pt idx="2">
                  <c:v>47.4</c:v>
                </c:pt>
                <c:pt idx="3">
                  <c:v>46.8</c:v>
                </c:pt>
                <c:pt idx="4">
                  <c:v>46.4</c:v>
                </c:pt>
                <c:pt idx="5">
                  <c:v>45.5</c:v>
                </c:pt>
                <c:pt idx="6">
                  <c:v>44.2</c:v>
                </c:pt>
                <c:pt idx="7">
                  <c:v>43.7</c:v>
                </c:pt>
                <c:pt idx="8">
                  <c:v>43.8</c:v>
                </c:pt>
                <c:pt idx="9">
                  <c:v>44.2</c:v>
                </c:pt>
                <c:pt idx="10">
                  <c:v>44.5</c:v>
                </c:pt>
                <c:pt idx="11">
                  <c:v>44.1</c:v>
                </c:pt>
                <c:pt idx="12">
                  <c:v>44.6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41.9</c:v>
                </c:pt>
                <c:pt idx="1">
                  <c:v>40.5</c:v>
                </c:pt>
                <c:pt idx="2">
                  <c:v>40.2</c:v>
                </c:pt>
                <c:pt idx="3">
                  <c:v>40.7</c:v>
                </c:pt>
                <c:pt idx="4">
                  <c:v>41.2</c:v>
                </c:pt>
                <c:pt idx="5">
                  <c:v>40.4</c:v>
                </c:pt>
                <c:pt idx="6">
                  <c:v>38.1</c:v>
                </c:pt>
                <c:pt idx="7">
                  <c:v>38.1</c:v>
                </c:pt>
                <c:pt idx="8">
                  <c:v>37.8</c:v>
                </c:pt>
                <c:pt idx="9">
                  <c:v>37.4</c:v>
                </c:pt>
                <c:pt idx="10">
                  <c:v>37.2</c:v>
                </c:pt>
                <c:pt idx="11">
                  <c:v>36.1</c:v>
                </c:pt>
                <c:pt idx="12">
                  <c:v>35.7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4.4</c:v>
                </c:pt>
                <c:pt idx="2">
                  <c:v>4.6</c:v>
                </c:pt>
                <c:pt idx="3">
                  <c:v>5.0</c:v>
                </c:pt>
                <c:pt idx="4">
                  <c:v>5.1</c:v>
                </c:pt>
                <c:pt idx="5">
                  <c:v>5.2</c:v>
                </c:pt>
                <c:pt idx="6">
                  <c:v>6.0</c:v>
                </c:pt>
                <c:pt idx="7">
                  <c:v>6.0</c:v>
                </c:pt>
                <c:pt idx="8">
                  <c:v>5.9</c:v>
                </c:pt>
                <c:pt idx="9">
                  <c:v>5.7</c:v>
                </c:pt>
                <c:pt idx="10">
                  <c:v>5.6</c:v>
                </c:pt>
                <c:pt idx="11">
                  <c:v>5.7</c:v>
                </c:pt>
                <c:pt idx="12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3.5</c:v>
                </c:pt>
                <c:pt idx="1">
                  <c:v>4.0</c:v>
                </c:pt>
                <c:pt idx="2">
                  <c:v>4.0</c:v>
                </c:pt>
                <c:pt idx="3">
                  <c:v>3.7</c:v>
                </c:pt>
                <c:pt idx="4">
                  <c:v>3.7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3.8</c:v>
                </c:pt>
                <c:pt idx="9">
                  <c:v>3.8</c:v>
                </c:pt>
                <c:pt idx="10">
                  <c:v>3.8</c:v>
                </c:pt>
                <c:pt idx="11">
                  <c:v>3.9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1.2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2.5</c:v>
                </c:pt>
                <c:pt idx="5">
                  <c:v>3.9</c:v>
                </c:pt>
                <c:pt idx="6">
                  <c:v>7.1</c:v>
                </c:pt>
                <c:pt idx="7">
                  <c:v>7.5</c:v>
                </c:pt>
                <c:pt idx="8">
                  <c:v>7.8</c:v>
                </c:pt>
                <c:pt idx="9">
                  <c:v>7.9</c:v>
                </c:pt>
                <c:pt idx="10">
                  <c:v>8.1</c:v>
                </c:pt>
                <c:pt idx="11">
                  <c:v>9.3</c:v>
                </c:pt>
                <c:pt idx="12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53.8</c:v>
                </c:pt>
                <c:pt idx="1">
                  <c:v>55.2</c:v>
                </c:pt>
                <c:pt idx="2">
                  <c:v>55.0</c:v>
                </c:pt>
                <c:pt idx="3">
                  <c:v>54.4</c:v>
                </c:pt>
                <c:pt idx="4">
                  <c:v>50.4</c:v>
                </c:pt>
                <c:pt idx="5">
                  <c:v>50.8</c:v>
                </c:pt>
                <c:pt idx="6">
                  <c:v>41.9</c:v>
                </c:pt>
                <c:pt idx="7">
                  <c:v>43.4</c:v>
                </c:pt>
                <c:pt idx="8">
                  <c:v>42.8</c:v>
                </c:pt>
                <c:pt idx="9">
                  <c:v>42.9</c:v>
                </c:pt>
                <c:pt idx="10">
                  <c:v>43.3</c:v>
                </c:pt>
                <c:pt idx="11">
                  <c:v>44.0</c:v>
                </c:pt>
                <c:pt idx="12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36.2</c:v>
                </c:pt>
                <c:pt idx="1">
                  <c:v>35.6</c:v>
                </c:pt>
                <c:pt idx="2">
                  <c:v>35.8</c:v>
                </c:pt>
                <c:pt idx="3">
                  <c:v>36.1</c:v>
                </c:pt>
                <c:pt idx="4">
                  <c:v>37.3</c:v>
                </c:pt>
                <c:pt idx="5">
                  <c:v>34.6</c:v>
                </c:pt>
                <c:pt idx="6">
                  <c:v>37.9</c:v>
                </c:pt>
                <c:pt idx="7">
                  <c:v>34.8</c:v>
                </c:pt>
                <c:pt idx="8">
                  <c:v>35.9</c:v>
                </c:pt>
                <c:pt idx="9">
                  <c:v>36.0</c:v>
                </c:pt>
                <c:pt idx="10">
                  <c:v>36.0</c:v>
                </c:pt>
                <c:pt idx="11">
                  <c:v>35.2</c:v>
                </c:pt>
                <c:pt idx="12">
                  <c:v>37.9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4.3</c:v>
                </c:pt>
                <c:pt idx="1">
                  <c:v>3.7</c:v>
                </c:pt>
                <c:pt idx="2">
                  <c:v>3.3</c:v>
                </c:pt>
                <c:pt idx="3">
                  <c:v>3.3</c:v>
                </c:pt>
                <c:pt idx="4">
                  <c:v>5.6</c:v>
                </c:pt>
                <c:pt idx="5">
                  <c:v>5.7</c:v>
                </c:pt>
                <c:pt idx="6">
                  <c:v>8.4</c:v>
                </c:pt>
                <c:pt idx="7">
                  <c:v>7.7</c:v>
                </c:pt>
                <c:pt idx="8">
                  <c:v>7.5</c:v>
                </c:pt>
                <c:pt idx="9">
                  <c:v>7.2</c:v>
                </c:pt>
                <c:pt idx="10">
                  <c:v>7.0</c:v>
                </c:pt>
                <c:pt idx="11">
                  <c:v>5.4</c:v>
                </c:pt>
                <c:pt idx="12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2.9</c:v>
                </c:pt>
                <c:pt idx="1">
                  <c:v>2.3</c:v>
                </c:pt>
                <c:pt idx="2">
                  <c:v>2.8</c:v>
                </c:pt>
                <c:pt idx="3">
                  <c:v>3.2</c:v>
                </c:pt>
                <c:pt idx="4">
                  <c:v>3.8</c:v>
                </c:pt>
                <c:pt idx="5">
                  <c:v>3.7</c:v>
                </c:pt>
                <c:pt idx="6">
                  <c:v>4.2</c:v>
                </c:pt>
                <c:pt idx="7">
                  <c:v>3.4</c:v>
                </c:pt>
                <c:pt idx="8">
                  <c:v>3.3</c:v>
                </c:pt>
                <c:pt idx="9">
                  <c:v>3.5</c:v>
                </c:pt>
                <c:pt idx="10">
                  <c:v>3.4</c:v>
                </c:pt>
                <c:pt idx="11">
                  <c:v>3.0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1.2</c:v>
                </c:pt>
                <c:pt idx="2">
                  <c:v>1.1</c:v>
                </c:pt>
                <c:pt idx="3">
                  <c:v>1.0</c:v>
                </c:pt>
                <c:pt idx="4">
                  <c:v>1.1</c:v>
                </c:pt>
                <c:pt idx="5">
                  <c:v>1.0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  <c:pt idx="9">
                  <c:v>0.7</c:v>
                </c:pt>
                <c:pt idx="10">
                  <c:v>0.8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2.1</c:v>
                </c:pt>
                <c:pt idx="2">
                  <c:v>2.0</c:v>
                </c:pt>
                <c:pt idx="3">
                  <c:v>1.9</c:v>
                </c:pt>
                <c:pt idx="4">
                  <c:v>1.8</c:v>
                </c:pt>
                <c:pt idx="5">
                  <c:v>4.2</c:v>
                </c:pt>
                <c:pt idx="6">
                  <c:v>7.0</c:v>
                </c:pt>
                <c:pt idx="7">
                  <c:v>10.0</c:v>
                </c:pt>
                <c:pt idx="8">
                  <c:v>9.8</c:v>
                </c:pt>
                <c:pt idx="9">
                  <c:v>9.7</c:v>
                </c:pt>
                <c:pt idx="10">
                  <c:v>9.5</c:v>
                </c:pt>
                <c:pt idx="11">
                  <c:v>11.6</c:v>
                </c:pt>
                <c:pt idx="12">
                  <c:v>11.2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60.6</c:v>
                </c:pt>
                <c:pt idx="1">
                  <c:v>65.2</c:v>
                </c:pt>
                <c:pt idx="2">
                  <c:v>64.4</c:v>
                </c:pt>
                <c:pt idx="3">
                  <c:v>65.2</c:v>
                </c:pt>
                <c:pt idx="4">
                  <c:v>65.4</c:v>
                </c:pt>
                <c:pt idx="5">
                  <c:v>63.8</c:v>
                </c:pt>
                <c:pt idx="6">
                  <c:v>61.7</c:v>
                </c:pt>
                <c:pt idx="7">
                  <c:v>60.2</c:v>
                </c:pt>
                <c:pt idx="8">
                  <c:v>61.1</c:v>
                </c:pt>
                <c:pt idx="9">
                  <c:v>60.7</c:v>
                </c:pt>
                <c:pt idx="10">
                  <c:v>60.1</c:v>
                </c:pt>
                <c:pt idx="11">
                  <c:v>58.3</c:v>
                </c:pt>
                <c:pt idx="12">
                  <c:v>58.3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27.3</c:v>
                </c:pt>
                <c:pt idx="1">
                  <c:v>25.4</c:v>
                </c:pt>
                <c:pt idx="2">
                  <c:v>25.7</c:v>
                </c:pt>
                <c:pt idx="3">
                  <c:v>24.7</c:v>
                </c:pt>
                <c:pt idx="4">
                  <c:v>24.2</c:v>
                </c:pt>
                <c:pt idx="5">
                  <c:v>23.2</c:v>
                </c:pt>
                <c:pt idx="6">
                  <c:v>23.6</c:v>
                </c:pt>
                <c:pt idx="7">
                  <c:v>24.3</c:v>
                </c:pt>
                <c:pt idx="8">
                  <c:v>23.1</c:v>
                </c:pt>
                <c:pt idx="9">
                  <c:v>23.0</c:v>
                </c:pt>
                <c:pt idx="10">
                  <c:v>23.6</c:v>
                </c:pt>
                <c:pt idx="11">
                  <c:v>24.4</c:v>
                </c:pt>
                <c:pt idx="12">
                  <c:v>25.7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4.1</c:v>
                </c:pt>
                <c:pt idx="1">
                  <c:v>3.4</c:v>
                </c:pt>
                <c:pt idx="2">
                  <c:v>3.9</c:v>
                </c:pt>
                <c:pt idx="3">
                  <c:v>3.7</c:v>
                </c:pt>
                <c:pt idx="4">
                  <c:v>3.6</c:v>
                </c:pt>
                <c:pt idx="5">
                  <c:v>3.6</c:v>
                </c:pt>
                <c:pt idx="6">
                  <c:v>2.9</c:v>
                </c:pt>
                <c:pt idx="7">
                  <c:v>4.0</c:v>
                </c:pt>
                <c:pt idx="8">
                  <c:v>4.6</c:v>
                </c:pt>
                <c:pt idx="9">
                  <c:v>4.5</c:v>
                </c:pt>
                <c:pt idx="10">
                  <c:v>4.4</c:v>
                </c:pt>
                <c:pt idx="11">
                  <c:v>4.5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3.1</c:v>
                </c:pt>
                <c:pt idx="2">
                  <c:v>2.9</c:v>
                </c:pt>
                <c:pt idx="3">
                  <c:v>3.0</c:v>
                </c:pt>
                <c:pt idx="4">
                  <c:v>3.1</c:v>
                </c:pt>
                <c:pt idx="5">
                  <c:v>3.5</c:v>
                </c:pt>
                <c:pt idx="6">
                  <c:v>3.1</c:v>
                </c:pt>
                <c:pt idx="7">
                  <c:v>2.8</c:v>
                </c:pt>
                <c:pt idx="8">
                  <c:v>2.5</c:v>
                </c:pt>
                <c:pt idx="9">
                  <c:v>2.4</c:v>
                </c:pt>
                <c:pt idx="10">
                  <c:v>2.3</c:v>
                </c:pt>
                <c:pt idx="11">
                  <c:v>2.0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0.7</c:v>
                </c:pt>
                <c:pt idx="2">
                  <c:v>0.9</c:v>
                </c:pt>
                <c:pt idx="3">
                  <c:v>1.1</c:v>
                </c:pt>
                <c:pt idx="4">
                  <c:v>1.3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1.4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3.5</c:v>
                </c:pt>
                <c:pt idx="1">
                  <c:v>2.2</c:v>
                </c:pt>
                <c:pt idx="2">
                  <c:v>2.1</c:v>
                </c:pt>
                <c:pt idx="3">
                  <c:v>2.3</c:v>
                </c:pt>
                <c:pt idx="4">
                  <c:v>2.3</c:v>
                </c:pt>
                <c:pt idx="5">
                  <c:v>4.4</c:v>
                </c:pt>
                <c:pt idx="6">
                  <c:v>7.4</c:v>
                </c:pt>
                <c:pt idx="7">
                  <c:v>7.1</c:v>
                </c:pt>
                <c:pt idx="8">
                  <c:v>7.4</c:v>
                </c:pt>
                <c:pt idx="9">
                  <c:v>8.1</c:v>
                </c:pt>
                <c:pt idx="10">
                  <c:v>8.2</c:v>
                </c:pt>
                <c:pt idx="11">
                  <c:v>9.3</c:v>
                </c:pt>
                <c:pt idx="12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45.4</c:v>
                </c:pt>
                <c:pt idx="1">
                  <c:v>46.1</c:v>
                </c:pt>
                <c:pt idx="2">
                  <c:v>44.5</c:v>
                </c:pt>
                <c:pt idx="3">
                  <c:v>44.9</c:v>
                </c:pt>
                <c:pt idx="4">
                  <c:v>44.5</c:v>
                </c:pt>
                <c:pt idx="5">
                  <c:v>42.3</c:v>
                </c:pt>
                <c:pt idx="6">
                  <c:v>41.0</c:v>
                </c:pt>
                <c:pt idx="7">
                  <c:v>40.5</c:v>
                </c:pt>
                <c:pt idx="8">
                  <c:v>41.2</c:v>
                </c:pt>
                <c:pt idx="9">
                  <c:v>41.7</c:v>
                </c:pt>
                <c:pt idx="10">
                  <c:v>42.0</c:v>
                </c:pt>
                <c:pt idx="11">
                  <c:v>41.7</c:v>
                </c:pt>
                <c:pt idx="12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40.8</c:v>
                </c:pt>
                <c:pt idx="1">
                  <c:v>40.6</c:v>
                </c:pt>
                <c:pt idx="2">
                  <c:v>42.3</c:v>
                </c:pt>
                <c:pt idx="3">
                  <c:v>42.5</c:v>
                </c:pt>
                <c:pt idx="4">
                  <c:v>42.2</c:v>
                </c:pt>
                <c:pt idx="5">
                  <c:v>41.9</c:v>
                </c:pt>
                <c:pt idx="6">
                  <c:v>39.0</c:v>
                </c:pt>
                <c:pt idx="7">
                  <c:v>39.1</c:v>
                </c:pt>
                <c:pt idx="8">
                  <c:v>38.9</c:v>
                </c:pt>
                <c:pt idx="9">
                  <c:v>38.6</c:v>
                </c:pt>
                <c:pt idx="10">
                  <c:v>37.9</c:v>
                </c:pt>
                <c:pt idx="11">
                  <c:v>37.0</c:v>
                </c:pt>
                <c:pt idx="12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3.8</c:v>
                </c:pt>
                <c:pt idx="1">
                  <c:v>3.9</c:v>
                </c:pt>
                <c:pt idx="2">
                  <c:v>4.2</c:v>
                </c:pt>
                <c:pt idx="3">
                  <c:v>3.8</c:v>
                </c:pt>
                <c:pt idx="4">
                  <c:v>3.6</c:v>
                </c:pt>
                <c:pt idx="5">
                  <c:v>3.8</c:v>
                </c:pt>
                <c:pt idx="6">
                  <c:v>4.2</c:v>
                </c:pt>
                <c:pt idx="7">
                  <c:v>3.9</c:v>
                </c:pt>
                <c:pt idx="8">
                  <c:v>3.7</c:v>
                </c:pt>
                <c:pt idx="9">
                  <c:v>3.6</c:v>
                </c:pt>
                <c:pt idx="10">
                  <c:v>3.5</c:v>
                </c:pt>
                <c:pt idx="11">
                  <c:v>3.4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5.3</c:v>
                </c:pt>
                <c:pt idx="1">
                  <c:v>5.7</c:v>
                </c:pt>
                <c:pt idx="2">
                  <c:v>5.7</c:v>
                </c:pt>
                <c:pt idx="3">
                  <c:v>5.2</c:v>
                </c:pt>
                <c:pt idx="4">
                  <c:v>6.1</c:v>
                </c:pt>
                <c:pt idx="5">
                  <c:v>6.8</c:v>
                </c:pt>
                <c:pt idx="6">
                  <c:v>7.8</c:v>
                </c:pt>
                <c:pt idx="7">
                  <c:v>7.2</c:v>
                </c:pt>
                <c:pt idx="8">
                  <c:v>6.8</c:v>
                </c:pt>
                <c:pt idx="9">
                  <c:v>6.7</c:v>
                </c:pt>
                <c:pt idx="10">
                  <c:v>6.5</c:v>
                </c:pt>
                <c:pt idx="11">
                  <c:v>6.2</c:v>
                </c:pt>
                <c:pt idx="12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1.4</c:v>
                </c:pt>
                <c:pt idx="1">
                  <c:v>1.0</c:v>
                </c:pt>
                <c:pt idx="2">
                  <c:v>1.1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0.6</c:v>
                </c:pt>
                <c:pt idx="7">
                  <c:v>0.8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1.1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3.3</c:v>
                </c:pt>
                <c:pt idx="1">
                  <c:v>2.6</c:v>
                </c:pt>
                <c:pt idx="2">
                  <c:v>2.3</c:v>
                </c:pt>
                <c:pt idx="3">
                  <c:v>2.0</c:v>
                </c:pt>
                <c:pt idx="4">
                  <c:v>2.1</c:v>
                </c:pt>
                <c:pt idx="5">
                  <c:v>3.7</c:v>
                </c:pt>
                <c:pt idx="6">
                  <c:v>7.4</c:v>
                </c:pt>
                <c:pt idx="7">
                  <c:v>8.4</c:v>
                </c:pt>
                <c:pt idx="8">
                  <c:v>8.4</c:v>
                </c:pt>
                <c:pt idx="9">
                  <c:v>8.4</c:v>
                </c:pt>
                <c:pt idx="10">
                  <c:v>9.0</c:v>
                </c:pt>
                <c:pt idx="11">
                  <c:v>10.5</c:v>
                </c:pt>
                <c:pt idx="12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44.2</c:v>
                </c:pt>
                <c:pt idx="1">
                  <c:v>45.3</c:v>
                </c:pt>
                <c:pt idx="2">
                  <c:v>44.6</c:v>
                </c:pt>
                <c:pt idx="3">
                  <c:v>44.9</c:v>
                </c:pt>
                <c:pt idx="4">
                  <c:v>44.7</c:v>
                </c:pt>
                <c:pt idx="5">
                  <c:v>44.8</c:v>
                </c:pt>
                <c:pt idx="6">
                  <c:v>43.7</c:v>
                </c:pt>
                <c:pt idx="7">
                  <c:v>43.9</c:v>
                </c:pt>
                <c:pt idx="8">
                  <c:v>43.9</c:v>
                </c:pt>
                <c:pt idx="9">
                  <c:v>44.2</c:v>
                </c:pt>
                <c:pt idx="10">
                  <c:v>44.2</c:v>
                </c:pt>
                <c:pt idx="11">
                  <c:v>43.8</c:v>
                </c:pt>
                <c:pt idx="12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44.6</c:v>
                </c:pt>
                <c:pt idx="1">
                  <c:v>43.7</c:v>
                </c:pt>
                <c:pt idx="2">
                  <c:v>44.2</c:v>
                </c:pt>
                <c:pt idx="3">
                  <c:v>43.2</c:v>
                </c:pt>
                <c:pt idx="4">
                  <c:v>43.4</c:v>
                </c:pt>
                <c:pt idx="5">
                  <c:v>41.9</c:v>
                </c:pt>
                <c:pt idx="6">
                  <c:v>40.6</c:v>
                </c:pt>
                <c:pt idx="7">
                  <c:v>40.1</c:v>
                </c:pt>
                <c:pt idx="8">
                  <c:v>39.5</c:v>
                </c:pt>
                <c:pt idx="9">
                  <c:v>39.3</c:v>
                </c:pt>
                <c:pt idx="10">
                  <c:v>39.2</c:v>
                </c:pt>
                <c:pt idx="11">
                  <c:v>37.9</c:v>
                </c:pt>
                <c:pt idx="12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3.0</c:v>
                </c:pt>
                <c:pt idx="2">
                  <c:v>3.4</c:v>
                </c:pt>
                <c:pt idx="3">
                  <c:v>4.4</c:v>
                </c:pt>
                <c:pt idx="4">
                  <c:v>4.4</c:v>
                </c:pt>
                <c:pt idx="5">
                  <c:v>4.6</c:v>
                </c:pt>
                <c:pt idx="6">
                  <c:v>5.2</c:v>
                </c:pt>
                <c:pt idx="7">
                  <c:v>4.9</c:v>
                </c:pt>
                <c:pt idx="8">
                  <c:v>4.9</c:v>
                </c:pt>
                <c:pt idx="9">
                  <c:v>4.7</c:v>
                </c:pt>
                <c:pt idx="10">
                  <c:v>4.6</c:v>
                </c:pt>
                <c:pt idx="11">
                  <c:v>4.8</c:v>
                </c:pt>
                <c:pt idx="12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4.3</c:v>
                </c:pt>
                <c:pt idx="1">
                  <c:v>4.8</c:v>
                </c:pt>
                <c:pt idx="2">
                  <c:v>4.9</c:v>
                </c:pt>
                <c:pt idx="3">
                  <c:v>4.5</c:v>
                </c:pt>
                <c:pt idx="4">
                  <c:v>4.3</c:v>
                </c:pt>
                <c:pt idx="5">
                  <c:v>4.4</c:v>
                </c:pt>
                <c:pt idx="6">
                  <c:v>3.9</c:v>
                </c:pt>
                <c:pt idx="7">
                  <c:v>4.1</c:v>
                </c:pt>
                <c:pt idx="8">
                  <c:v>4.2</c:v>
                </c:pt>
                <c:pt idx="9">
                  <c:v>4.1</c:v>
                </c:pt>
                <c:pt idx="10">
                  <c:v>4.1</c:v>
                </c:pt>
                <c:pt idx="11">
                  <c:v>4.4</c:v>
                </c:pt>
                <c:pt idx="12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0.7</c:v>
                </c:pt>
                <c:pt idx="2">
                  <c:v>1.0</c:v>
                </c:pt>
                <c:pt idx="3">
                  <c:v>1.1</c:v>
                </c:pt>
                <c:pt idx="4">
                  <c:v>1.2</c:v>
                </c:pt>
                <c:pt idx="5">
                  <c:v>1.1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  <c:pt idx="9">
                  <c:v>0.9</c:v>
                </c:pt>
                <c:pt idx="10">
                  <c:v>1.0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3.0</c:v>
                </c:pt>
                <c:pt idx="1">
                  <c:v>2.4</c:v>
                </c:pt>
                <c:pt idx="2">
                  <c:v>2.1</c:v>
                </c:pt>
                <c:pt idx="3">
                  <c:v>1.9</c:v>
                </c:pt>
                <c:pt idx="4">
                  <c:v>1.9</c:v>
                </c:pt>
                <c:pt idx="5">
                  <c:v>3.2</c:v>
                </c:pt>
                <c:pt idx="6">
                  <c:v>5.8</c:v>
                </c:pt>
                <c:pt idx="7">
                  <c:v>6.3</c:v>
                </c:pt>
                <c:pt idx="8">
                  <c:v>6.6</c:v>
                </c:pt>
                <c:pt idx="9">
                  <c:v>6.8</c:v>
                </c:pt>
                <c:pt idx="10">
                  <c:v>6.9</c:v>
                </c:pt>
                <c:pt idx="11">
                  <c:v>8.1</c:v>
                </c:pt>
                <c:pt idx="12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49.0</c:v>
                </c:pt>
                <c:pt idx="1">
                  <c:v>50.1</c:v>
                </c:pt>
                <c:pt idx="2">
                  <c:v>51.2</c:v>
                </c:pt>
                <c:pt idx="3">
                  <c:v>50.1</c:v>
                </c:pt>
                <c:pt idx="4">
                  <c:v>49.3</c:v>
                </c:pt>
                <c:pt idx="5">
                  <c:v>48.1</c:v>
                </c:pt>
                <c:pt idx="6">
                  <c:v>46.1</c:v>
                </c:pt>
                <c:pt idx="7">
                  <c:v>45.4</c:v>
                </c:pt>
                <c:pt idx="8">
                  <c:v>45.3</c:v>
                </c:pt>
                <c:pt idx="9">
                  <c:v>45.7</c:v>
                </c:pt>
                <c:pt idx="10">
                  <c:v>46.0</c:v>
                </c:pt>
                <c:pt idx="11">
                  <c:v>45.3</c:v>
                </c:pt>
                <c:pt idx="12">
                  <c:v>45.9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39.9</c:v>
                </c:pt>
                <c:pt idx="1">
                  <c:v>38.7</c:v>
                </c:pt>
                <c:pt idx="2">
                  <c:v>37.5</c:v>
                </c:pt>
                <c:pt idx="3">
                  <c:v>38.6</c:v>
                </c:pt>
                <c:pt idx="4">
                  <c:v>39.1</c:v>
                </c:pt>
                <c:pt idx="5">
                  <c:v>38.3</c:v>
                </c:pt>
                <c:pt idx="6">
                  <c:v>36.0</c:v>
                </c:pt>
                <c:pt idx="7">
                  <c:v>35.8</c:v>
                </c:pt>
                <c:pt idx="8">
                  <c:v>35.7</c:v>
                </c:pt>
                <c:pt idx="9">
                  <c:v>35.1</c:v>
                </c:pt>
                <c:pt idx="10">
                  <c:v>35.1</c:v>
                </c:pt>
                <c:pt idx="11">
                  <c:v>34.4</c:v>
                </c:pt>
                <c:pt idx="12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4.7</c:v>
                </c:pt>
                <c:pt idx="2">
                  <c:v>4.7</c:v>
                </c:pt>
                <c:pt idx="3">
                  <c:v>4.8</c:v>
                </c:pt>
                <c:pt idx="4">
                  <c:v>5.0</c:v>
                </c:pt>
                <c:pt idx="5">
                  <c:v>5.0</c:v>
                </c:pt>
                <c:pt idx="6">
                  <c:v>5.9</c:v>
                </c:pt>
                <c:pt idx="7">
                  <c:v>6.2</c:v>
                </c:pt>
                <c:pt idx="8">
                  <c:v>6.4</c:v>
                </c:pt>
                <c:pt idx="9">
                  <c:v>6.3</c:v>
                </c:pt>
                <c:pt idx="10">
                  <c:v>6.1</c:v>
                </c:pt>
                <c:pt idx="11">
                  <c:v>6.2</c:v>
                </c:pt>
                <c:pt idx="12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2.6</c:v>
                </c:pt>
                <c:pt idx="1">
                  <c:v>2.7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3.0</c:v>
                </c:pt>
                <c:pt idx="6">
                  <c:v>2.9</c:v>
                </c:pt>
                <c:pt idx="7">
                  <c:v>3.0</c:v>
                </c:pt>
                <c:pt idx="8">
                  <c:v>2.9</c:v>
                </c:pt>
                <c:pt idx="9">
                  <c:v>2.9</c:v>
                </c:pt>
                <c:pt idx="10">
                  <c:v>2.9</c:v>
                </c:pt>
                <c:pt idx="11">
                  <c:v>2.9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1.1</c:v>
                </c:pt>
                <c:pt idx="4">
                  <c:v>1.1</c:v>
                </c:pt>
                <c:pt idx="5">
                  <c:v>1.0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2.5</c:v>
                </c:pt>
                <c:pt idx="3">
                  <c:v>2.6</c:v>
                </c:pt>
                <c:pt idx="4">
                  <c:v>2.4</c:v>
                </c:pt>
                <c:pt idx="5">
                  <c:v>4.5</c:v>
                </c:pt>
                <c:pt idx="6">
                  <c:v>8.3</c:v>
                </c:pt>
                <c:pt idx="7">
                  <c:v>8.7</c:v>
                </c:pt>
                <c:pt idx="8">
                  <c:v>8.7</c:v>
                </c:pt>
                <c:pt idx="9">
                  <c:v>8.9</c:v>
                </c:pt>
                <c:pt idx="10">
                  <c:v>8.9</c:v>
                </c:pt>
                <c:pt idx="11">
                  <c:v>10.3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51.0</c:v>
                </c:pt>
                <c:pt idx="1">
                  <c:v>52.4</c:v>
                </c:pt>
                <c:pt idx="2">
                  <c:v>52.5</c:v>
                </c:pt>
                <c:pt idx="3">
                  <c:v>51.2</c:v>
                </c:pt>
                <c:pt idx="4">
                  <c:v>50.2</c:v>
                </c:pt>
                <c:pt idx="5">
                  <c:v>48.8</c:v>
                </c:pt>
                <c:pt idx="6">
                  <c:v>47.6</c:v>
                </c:pt>
                <c:pt idx="7">
                  <c:v>46.8</c:v>
                </c:pt>
                <c:pt idx="8">
                  <c:v>46.6</c:v>
                </c:pt>
                <c:pt idx="9">
                  <c:v>47.0</c:v>
                </c:pt>
                <c:pt idx="10">
                  <c:v>47.2</c:v>
                </c:pt>
                <c:pt idx="11">
                  <c:v>46.8</c:v>
                </c:pt>
                <c:pt idx="12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34.5</c:v>
                </c:pt>
                <c:pt idx="1">
                  <c:v>32.4</c:v>
                </c:pt>
                <c:pt idx="2">
                  <c:v>32.4</c:v>
                </c:pt>
                <c:pt idx="3">
                  <c:v>33.4</c:v>
                </c:pt>
                <c:pt idx="4">
                  <c:v>33.5</c:v>
                </c:pt>
                <c:pt idx="5">
                  <c:v>32.9</c:v>
                </c:pt>
                <c:pt idx="6">
                  <c:v>29.9</c:v>
                </c:pt>
                <c:pt idx="7">
                  <c:v>29.2</c:v>
                </c:pt>
                <c:pt idx="8">
                  <c:v>29.5</c:v>
                </c:pt>
                <c:pt idx="9">
                  <c:v>29.4</c:v>
                </c:pt>
                <c:pt idx="10">
                  <c:v>29.4</c:v>
                </c:pt>
                <c:pt idx="11">
                  <c:v>28.8</c:v>
                </c:pt>
                <c:pt idx="12">
                  <c:v>28.5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5.2</c:v>
                </c:pt>
                <c:pt idx="1">
                  <c:v>5.4</c:v>
                </c:pt>
                <c:pt idx="2">
                  <c:v>5.6</c:v>
                </c:pt>
                <c:pt idx="3">
                  <c:v>6.4</c:v>
                </c:pt>
                <c:pt idx="4">
                  <c:v>7.5</c:v>
                </c:pt>
                <c:pt idx="5">
                  <c:v>7.8</c:v>
                </c:pt>
                <c:pt idx="6">
                  <c:v>8.3</c:v>
                </c:pt>
                <c:pt idx="7">
                  <c:v>8.4</c:v>
                </c:pt>
                <c:pt idx="8">
                  <c:v>8.0</c:v>
                </c:pt>
                <c:pt idx="9">
                  <c:v>7.7</c:v>
                </c:pt>
                <c:pt idx="10">
                  <c:v>7.6</c:v>
                </c:pt>
                <c:pt idx="11">
                  <c:v>6.7</c:v>
                </c:pt>
                <c:pt idx="12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4.2</c:v>
                </c:pt>
                <c:pt idx="2">
                  <c:v>4.1</c:v>
                </c:pt>
                <c:pt idx="3">
                  <c:v>3.9</c:v>
                </c:pt>
                <c:pt idx="4">
                  <c:v>3.3</c:v>
                </c:pt>
                <c:pt idx="5">
                  <c:v>3.3</c:v>
                </c:pt>
                <c:pt idx="6">
                  <c:v>3.2</c:v>
                </c:pt>
                <c:pt idx="7">
                  <c:v>3.2</c:v>
                </c:pt>
                <c:pt idx="8">
                  <c:v>3.1</c:v>
                </c:pt>
                <c:pt idx="9">
                  <c:v>3.1</c:v>
                </c:pt>
                <c:pt idx="10">
                  <c:v>3.1</c:v>
                </c:pt>
                <c:pt idx="11">
                  <c:v>3.4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1.5</c:v>
                </c:pt>
                <c:pt idx="2">
                  <c:v>1.2</c:v>
                </c:pt>
                <c:pt idx="3">
                  <c:v>1.1</c:v>
                </c:pt>
                <c:pt idx="4">
                  <c:v>1.2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3.9</c:v>
                </c:pt>
                <c:pt idx="1">
                  <c:v>4.1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6.2</c:v>
                </c:pt>
                <c:pt idx="6">
                  <c:v>10.1</c:v>
                </c:pt>
                <c:pt idx="7">
                  <c:v>11.4</c:v>
                </c:pt>
                <c:pt idx="8">
                  <c:v>11.7</c:v>
                </c:pt>
                <c:pt idx="9">
                  <c:v>11.8</c:v>
                </c:pt>
                <c:pt idx="10">
                  <c:v>11.7</c:v>
                </c:pt>
                <c:pt idx="11">
                  <c:v>13.3</c:v>
                </c:pt>
                <c:pt idx="12">
                  <c:v>13.4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27.5</c:v>
                </c:pt>
                <c:pt idx="1">
                  <c:v>22.6</c:v>
                </c:pt>
                <c:pt idx="2">
                  <c:v>16.3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39.8</c:v>
                </c:pt>
                <c:pt idx="1">
                  <c:v>32.0</c:v>
                </c:pt>
                <c:pt idx="2">
                  <c:v>25.3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25.2</c:v>
                </c:pt>
                <c:pt idx="1">
                  <c:v>33.3</c:v>
                </c:pt>
                <c:pt idx="2">
                  <c:v>57.1</c:v>
                </c:pt>
                <c:pt idx="3">
                  <c:v>48.5</c:v>
                </c:pt>
                <c:pt idx="4">
                  <c:v>46.9</c:v>
                </c:pt>
                <c:pt idx="5">
                  <c:v>45.7</c:v>
                </c:pt>
                <c:pt idx="6">
                  <c:v>45.2</c:v>
                </c:pt>
                <c:pt idx="7">
                  <c:v>39.9</c:v>
                </c:pt>
                <c:pt idx="8">
                  <c:v>39.1</c:v>
                </c:pt>
                <c:pt idx="9">
                  <c:v>38.6</c:v>
                </c:pt>
                <c:pt idx="10">
                  <c:v>39.6</c:v>
                </c:pt>
                <c:pt idx="11">
                  <c:v>38.5</c:v>
                </c:pt>
                <c:pt idx="12">
                  <c:v>38.7</c:v>
                </c:pt>
                <c:pt idx="13">
                  <c:v>38.5</c:v>
                </c:pt>
                <c:pt idx="14">
                  <c:v>39.4</c:v>
                </c:pt>
                <c:pt idx="15">
                  <c:v>37.7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74.8</c:v>
                </c:pt>
                <c:pt idx="1">
                  <c:v>51.7</c:v>
                </c:pt>
                <c:pt idx="2">
                  <c:v>30.5</c:v>
                </c:pt>
                <c:pt idx="3">
                  <c:v>43.3</c:v>
                </c:pt>
                <c:pt idx="4">
                  <c:v>44.6</c:v>
                </c:pt>
                <c:pt idx="5">
                  <c:v>48.1</c:v>
                </c:pt>
                <c:pt idx="6">
                  <c:v>46.5</c:v>
                </c:pt>
                <c:pt idx="7">
                  <c:v>40.6</c:v>
                </c:pt>
                <c:pt idx="8">
                  <c:v>42.4</c:v>
                </c:pt>
                <c:pt idx="9">
                  <c:v>43.9</c:v>
                </c:pt>
                <c:pt idx="10">
                  <c:v>43.8</c:v>
                </c:pt>
                <c:pt idx="11">
                  <c:v>45.7</c:v>
                </c:pt>
                <c:pt idx="12">
                  <c:v>45.4</c:v>
                </c:pt>
                <c:pt idx="13">
                  <c:v>46.2</c:v>
                </c:pt>
                <c:pt idx="14">
                  <c:v>46.1</c:v>
                </c:pt>
                <c:pt idx="15">
                  <c:v>48.7</c:v>
                </c:pt>
                <c:pt idx="16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1.2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1.1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0.8</c:v>
                </c:pt>
                <c:pt idx="7">
                  <c:v>0.6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0.7</c:v>
                </c:pt>
                <c:pt idx="14">
                  <c:v>0.6</c:v>
                </c:pt>
                <c:pt idx="15">
                  <c:v>0.6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1.9</c:v>
                </c:pt>
                <c:pt idx="7">
                  <c:v>14.9</c:v>
                </c:pt>
                <c:pt idx="8">
                  <c:v>12.8</c:v>
                </c:pt>
                <c:pt idx="9">
                  <c:v>12.3</c:v>
                </c:pt>
                <c:pt idx="10">
                  <c:v>10.9</c:v>
                </c:pt>
                <c:pt idx="11">
                  <c:v>10.2</c:v>
                </c:pt>
                <c:pt idx="12">
                  <c:v>10.1</c:v>
                </c:pt>
                <c:pt idx="13">
                  <c:v>9.7</c:v>
                </c:pt>
                <c:pt idx="14">
                  <c:v>9.0</c:v>
                </c:pt>
                <c:pt idx="15">
                  <c:v>7.9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9.0</c:v>
                </c:pt>
                <c:pt idx="2">
                  <c:v>11.1</c:v>
                </c:pt>
                <c:pt idx="3">
                  <c:v>6.1</c:v>
                </c:pt>
                <c:pt idx="4">
                  <c:v>6.6</c:v>
                </c:pt>
                <c:pt idx="5">
                  <c:v>4.5</c:v>
                </c:pt>
                <c:pt idx="6">
                  <c:v>4.8</c:v>
                </c:pt>
                <c:pt idx="7">
                  <c:v>3.4</c:v>
                </c:pt>
                <c:pt idx="8">
                  <c:v>3.5</c:v>
                </c:pt>
                <c:pt idx="9">
                  <c:v>3.1</c:v>
                </c:pt>
                <c:pt idx="10">
                  <c:v>3.6</c:v>
                </c:pt>
                <c:pt idx="11">
                  <c:v>3.6</c:v>
                </c:pt>
                <c:pt idx="12">
                  <c:v>3.8</c:v>
                </c:pt>
                <c:pt idx="13">
                  <c:v>3.7</c:v>
                </c:pt>
                <c:pt idx="14">
                  <c:v>3.7</c:v>
                </c:pt>
                <c:pt idx="15">
                  <c:v>4.0</c:v>
                </c:pt>
                <c:pt idx="16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45.7</c:v>
                </c:pt>
                <c:pt idx="1">
                  <c:v>45.2</c:v>
                </c:pt>
                <c:pt idx="2">
                  <c:v>39.9</c:v>
                </c:pt>
                <c:pt idx="3">
                  <c:v>39.3</c:v>
                </c:pt>
                <c:pt idx="4">
                  <c:v>36.8</c:v>
                </c:pt>
                <c:pt idx="5">
                  <c:v>37.1</c:v>
                </c:pt>
                <c:pt idx="6">
                  <c:v>36.1</c:v>
                </c:pt>
                <c:pt idx="7">
                  <c:v>35.2</c:v>
                </c:pt>
                <c:pt idx="8">
                  <c:v>33.7</c:v>
                </c:pt>
                <c:pt idx="9">
                  <c:v>38.9</c:v>
                </c:pt>
                <c:pt idx="10">
                  <c:v>36.0</c:v>
                </c:pt>
                <c:pt idx="11">
                  <c:v>37.8</c:v>
                </c:pt>
                <c:pt idx="12">
                  <c:v>34.4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48.1</c:v>
                </c:pt>
                <c:pt idx="1">
                  <c:v>46.5</c:v>
                </c:pt>
                <c:pt idx="2">
                  <c:v>40.5</c:v>
                </c:pt>
                <c:pt idx="3">
                  <c:v>42.2</c:v>
                </c:pt>
                <c:pt idx="4">
                  <c:v>45.2</c:v>
                </c:pt>
                <c:pt idx="5">
                  <c:v>44.0</c:v>
                </c:pt>
                <c:pt idx="6">
                  <c:v>46.0</c:v>
                </c:pt>
                <c:pt idx="7">
                  <c:v>44.1</c:v>
                </c:pt>
                <c:pt idx="8">
                  <c:v>46.0</c:v>
                </c:pt>
                <c:pt idx="9">
                  <c:v>52.0</c:v>
                </c:pt>
                <c:pt idx="10">
                  <c:v>56.1</c:v>
                </c:pt>
                <c:pt idx="11">
                  <c:v>56.4</c:v>
                </c:pt>
                <c:pt idx="12">
                  <c:v>60.3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1.1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0.9</c:v>
                </c:pt>
                <c:pt idx="11">
                  <c:v>0.7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0.8</c:v>
                </c:pt>
                <c:pt idx="2">
                  <c:v>0.6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1.1</c:v>
                </c:pt>
                <c:pt idx="8">
                  <c:v>0.6</c:v>
                </c:pt>
                <c:pt idx="9">
                  <c:v>0.7</c:v>
                </c:pt>
                <c:pt idx="10">
                  <c:v>0.2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1.9</c:v>
                </c:pt>
                <c:pt idx="2">
                  <c:v>14.9</c:v>
                </c:pt>
                <c:pt idx="3">
                  <c:v>13.1</c:v>
                </c:pt>
                <c:pt idx="4">
                  <c:v>13.5</c:v>
                </c:pt>
                <c:pt idx="5">
                  <c:v>13.7</c:v>
                </c:pt>
                <c:pt idx="6">
                  <c:v>13.0</c:v>
                </c:pt>
                <c:pt idx="7">
                  <c:v>14.9</c:v>
                </c:pt>
                <c:pt idx="8">
                  <c:v>15.2</c:v>
                </c:pt>
                <c:pt idx="9">
                  <c:v>2.5</c:v>
                </c:pt>
                <c:pt idx="10">
                  <c:v>2.1</c:v>
                </c:pt>
                <c:pt idx="11">
                  <c:v>1.0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4.5</c:v>
                </c:pt>
                <c:pt idx="1">
                  <c:v>4.8</c:v>
                </c:pt>
                <c:pt idx="2">
                  <c:v>3.5</c:v>
                </c:pt>
                <c:pt idx="3">
                  <c:v>3.4</c:v>
                </c:pt>
                <c:pt idx="4">
                  <c:v>2.3</c:v>
                </c:pt>
                <c:pt idx="5">
                  <c:v>2.9</c:v>
                </c:pt>
                <c:pt idx="6">
                  <c:v>2.8</c:v>
                </c:pt>
                <c:pt idx="7">
                  <c:v>3.4</c:v>
                </c:pt>
                <c:pt idx="8">
                  <c:v>2.9</c:v>
                </c:pt>
                <c:pt idx="9">
                  <c:v>4.1</c:v>
                </c:pt>
                <c:pt idx="10">
                  <c:v>4.7</c:v>
                </c:pt>
                <c:pt idx="11">
                  <c:v>3.6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43.0</c:v>
                </c:pt>
                <c:pt idx="2">
                  <c:v>41.8</c:v>
                </c:pt>
                <c:pt idx="3">
                  <c:v>52.5</c:v>
                </c:pt>
                <c:pt idx="4">
                  <c:v>47.5</c:v>
                </c:pt>
                <c:pt idx="5">
                  <c:v>51.8</c:v>
                </c:pt>
                <c:pt idx="6">
                  <c:v>52.0</c:v>
                </c:pt>
                <c:pt idx="7">
                  <c:v>53.6</c:v>
                </c:pt>
                <c:pt idx="8">
                  <c:v>54.6</c:v>
                </c:pt>
                <c:pt idx="9">
                  <c:v>55.4</c:v>
                </c:pt>
                <c:pt idx="10">
                  <c:v>55.3</c:v>
                </c:pt>
                <c:pt idx="11">
                  <c:v>55.5</c:v>
                </c:pt>
                <c:pt idx="12">
                  <c:v>55.1</c:v>
                </c:pt>
                <c:pt idx="13">
                  <c:v>54.8</c:v>
                </c:pt>
                <c:pt idx="14">
                  <c:v>55.0</c:v>
                </c:pt>
                <c:pt idx="15">
                  <c:v>54.7</c:v>
                </c:pt>
                <c:pt idx="16">
                  <c:v>54.2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41.7</c:v>
                </c:pt>
                <c:pt idx="3">
                  <c:v>30.5</c:v>
                </c:pt>
                <c:pt idx="4">
                  <c:v>35.6</c:v>
                </c:pt>
                <c:pt idx="5">
                  <c:v>28.9</c:v>
                </c:pt>
                <c:pt idx="6">
                  <c:v>28.0</c:v>
                </c:pt>
                <c:pt idx="7">
                  <c:v>27.2</c:v>
                </c:pt>
                <c:pt idx="8">
                  <c:v>25.0</c:v>
                </c:pt>
                <c:pt idx="9">
                  <c:v>24.7</c:v>
                </c:pt>
                <c:pt idx="10">
                  <c:v>25.0</c:v>
                </c:pt>
                <c:pt idx="11">
                  <c:v>25.2</c:v>
                </c:pt>
                <c:pt idx="12">
                  <c:v>24.0</c:v>
                </c:pt>
                <c:pt idx="13">
                  <c:v>23.8</c:v>
                </c:pt>
                <c:pt idx="14">
                  <c:v>23.5</c:v>
                </c:pt>
                <c:pt idx="15">
                  <c:v>24.3</c:v>
                </c:pt>
                <c:pt idx="16">
                  <c:v>24.7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7.2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3.2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3.4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11.4</c:v>
                </c:pt>
                <c:pt idx="2">
                  <c:v>9.8</c:v>
                </c:pt>
                <c:pt idx="3">
                  <c:v>9.3</c:v>
                </c:pt>
                <c:pt idx="4">
                  <c:v>8.7</c:v>
                </c:pt>
                <c:pt idx="5">
                  <c:v>9.5</c:v>
                </c:pt>
                <c:pt idx="6">
                  <c:v>10.2</c:v>
                </c:pt>
                <c:pt idx="7">
                  <c:v>9.8</c:v>
                </c:pt>
                <c:pt idx="8">
                  <c:v>10.7</c:v>
                </c:pt>
                <c:pt idx="9">
                  <c:v>10.3</c:v>
                </c:pt>
                <c:pt idx="10">
                  <c:v>10.3</c:v>
                </c:pt>
                <c:pt idx="11">
                  <c:v>10.1</c:v>
                </c:pt>
                <c:pt idx="12">
                  <c:v>11.5</c:v>
                </c:pt>
                <c:pt idx="13">
                  <c:v>12.0</c:v>
                </c:pt>
                <c:pt idx="14">
                  <c:v>12.1</c:v>
                </c:pt>
                <c:pt idx="15">
                  <c:v>11.7</c:v>
                </c:pt>
                <c:pt idx="16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1.5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1.2</c:v>
                </c:pt>
                <c:pt idx="15">
                  <c:v>1.1</c:v>
                </c:pt>
                <c:pt idx="16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8.4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4.8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4.8</c:v>
                </c:pt>
                <c:pt idx="15">
                  <c:v>4.9</c:v>
                </c:pt>
                <c:pt idx="16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51.8</c:v>
                </c:pt>
                <c:pt idx="1">
                  <c:v>52.0</c:v>
                </c:pt>
                <c:pt idx="2">
                  <c:v>53.5</c:v>
                </c:pt>
                <c:pt idx="3">
                  <c:v>54.8</c:v>
                </c:pt>
                <c:pt idx="4">
                  <c:v>58.0</c:v>
                </c:pt>
                <c:pt idx="5">
                  <c:v>56.2</c:v>
                </c:pt>
                <c:pt idx="6">
                  <c:v>59.5</c:v>
                </c:pt>
                <c:pt idx="7">
                  <c:v>57.2</c:v>
                </c:pt>
                <c:pt idx="8">
                  <c:v>56.8</c:v>
                </c:pt>
                <c:pt idx="9">
                  <c:v>56.1</c:v>
                </c:pt>
                <c:pt idx="10">
                  <c:v>54.8</c:v>
                </c:pt>
                <c:pt idx="11">
                  <c:v>53.0</c:v>
                </c:pt>
                <c:pt idx="12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28.9</c:v>
                </c:pt>
                <c:pt idx="1">
                  <c:v>28.0</c:v>
                </c:pt>
                <c:pt idx="2">
                  <c:v>27.2</c:v>
                </c:pt>
                <c:pt idx="3">
                  <c:v>24.9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20.9</c:v>
                </c:pt>
                <c:pt idx="8">
                  <c:v>20.9</c:v>
                </c:pt>
                <c:pt idx="9">
                  <c:v>20.8</c:v>
                </c:pt>
                <c:pt idx="10">
                  <c:v>23.6</c:v>
                </c:pt>
                <c:pt idx="11">
                  <c:v>24.6</c:v>
                </c:pt>
                <c:pt idx="12">
                  <c:v>26.2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3.2</c:v>
                </c:pt>
                <c:pt idx="2">
                  <c:v>2.9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4.0</c:v>
                </c:pt>
                <c:pt idx="11">
                  <c:v>4.3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9.5</c:v>
                </c:pt>
                <c:pt idx="1">
                  <c:v>10.2</c:v>
                </c:pt>
                <c:pt idx="2">
                  <c:v>9.8</c:v>
                </c:pt>
                <c:pt idx="3">
                  <c:v>10.7</c:v>
                </c:pt>
                <c:pt idx="4">
                  <c:v>10.4</c:v>
                </c:pt>
                <c:pt idx="5">
                  <c:v>10.6</c:v>
                </c:pt>
                <c:pt idx="6">
                  <c:v>10.8</c:v>
                </c:pt>
                <c:pt idx="7">
                  <c:v>12.8</c:v>
                </c:pt>
                <c:pt idx="8">
                  <c:v>13.3</c:v>
                </c:pt>
                <c:pt idx="9">
                  <c:v>13.8</c:v>
                </c:pt>
                <c:pt idx="10">
                  <c:v>12.6</c:v>
                </c:pt>
                <c:pt idx="11">
                  <c:v>12.7</c:v>
                </c:pt>
                <c:pt idx="12">
                  <c:v>12.2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0.8</c:v>
                </c:pt>
                <c:pt idx="7">
                  <c:v>0.7</c:v>
                </c:pt>
                <c:pt idx="8">
                  <c:v>0.6</c:v>
                </c:pt>
                <c:pt idx="9">
                  <c:v>0.9</c:v>
                </c:pt>
                <c:pt idx="10">
                  <c:v>0.9</c:v>
                </c:pt>
                <c:pt idx="11">
                  <c:v>1.3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4.8</c:v>
                </c:pt>
                <c:pt idx="2">
                  <c:v>5.0</c:v>
                </c:pt>
                <c:pt idx="3">
                  <c:v>5.7</c:v>
                </c:pt>
                <c:pt idx="4">
                  <c:v>6.3</c:v>
                </c:pt>
                <c:pt idx="5">
                  <c:v>6.3</c:v>
                </c:pt>
                <c:pt idx="6">
                  <c:v>6.8</c:v>
                </c:pt>
                <c:pt idx="7">
                  <c:v>5.2</c:v>
                </c:pt>
                <c:pt idx="8">
                  <c:v>5.1</c:v>
                </c:pt>
                <c:pt idx="9">
                  <c:v>4.7</c:v>
                </c:pt>
                <c:pt idx="10">
                  <c:v>4.0</c:v>
                </c:pt>
                <c:pt idx="11">
                  <c:v>4.1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11.7</c:v>
                </c:pt>
                <c:pt idx="1">
                  <c:v>42.1</c:v>
                </c:pt>
                <c:pt idx="2">
                  <c:v>50.4</c:v>
                </c:pt>
                <c:pt idx="3">
                  <c:v>48.3</c:v>
                </c:pt>
                <c:pt idx="4">
                  <c:v>50.6</c:v>
                </c:pt>
                <c:pt idx="5">
                  <c:v>51.5</c:v>
                </c:pt>
                <c:pt idx="6">
                  <c:v>52.1</c:v>
                </c:pt>
                <c:pt idx="7">
                  <c:v>51.1</c:v>
                </c:pt>
                <c:pt idx="8">
                  <c:v>50.7</c:v>
                </c:pt>
                <c:pt idx="9">
                  <c:v>50.2</c:v>
                </c:pt>
                <c:pt idx="10">
                  <c:v>50.5</c:v>
                </c:pt>
                <c:pt idx="11">
                  <c:v>50.6</c:v>
                </c:pt>
                <c:pt idx="12">
                  <c:v>51.3</c:v>
                </c:pt>
                <c:pt idx="13">
                  <c:v>51.5</c:v>
                </c:pt>
                <c:pt idx="14">
                  <c:v>51.6</c:v>
                </c:pt>
                <c:pt idx="15">
                  <c:v>52.2</c:v>
                </c:pt>
                <c:pt idx="16">
                  <c:v>52.4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88.3</c:v>
                </c:pt>
                <c:pt idx="1">
                  <c:v>42.5</c:v>
                </c:pt>
                <c:pt idx="2">
                  <c:v>27.4</c:v>
                </c:pt>
                <c:pt idx="3">
                  <c:v>37.0</c:v>
                </c:pt>
                <c:pt idx="4">
                  <c:v>35.4</c:v>
                </c:pt>
                <c:pt idx="5">
                  <c:v>34.1</c:v>
                </c:pt>
                <c:pt idx="6">
                  <c:v>32.6</c:v>
                </c:pt>
                <c:pt idx="7">
                  <c:v>32.7</c:v>
                </c:pt>
                <c:pt idx="8">
                  <c:v>33.8</c:v>
                </c:pt>
                <c:pt idx="9">
                  <c:v>34.3</c:v>
                </c:pt>
                <c:pt idx="10">
                  <c:v>34.8</c:v>
                </c:pt>
                <c:pt idx="11">
                  <c:v>34.7</c:v>
                </c:pt>
                <c:pt idx="12">
                  <c:v>34.1</c:v>
                </c:pt>
                <c:pt idx="13">
                  <c:v>34.5</c:v>
                </c:pt>
                <c:pt idx="14">
                  <c:v>35.0</c:v>
                </c:pt>
                <c:pt idx="15">
                  <c:v>34.7</c:v>
                </c:pt>
                <c:pt idx="16">
                  <c:v>35.3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10.7</c:v>
                </c:pt>
                <c:pt idx="3">
                  <c:v>7.9</c:v>
                </c:pt>
                <c:pt idx="4">
                  <c:v>7.8</c:v>
                </c:pt>
                <c:pt idx="5">
                  <c:v>8.0</c:v>
                </c:pt>
                <c:pt idx="6">
                  <c:v>8.8</c:v>
                </c:pt>
                <c:pt idx="7">
                  <c:v>9.5</c:v>
                </c:pt>
                <c:pt idx="8">
                  <c:v>8.9</c:v>
                </c:pt>
                <c:pt idx="9">
                  <c:v>8.8</c:v>
                </c:pt>
                <c:pt idx="10">
                  <c:v>8.5</c:v>
                </c:pt>
                <c:pt idx="11">
                  <c:v>8.5</c:v>
                </c:pt>
                <c:pt idx="12">
                  <c:v>8.4</c:v>
                </c:pt>
                <c:pt idx="13">
                  <c:v>8.0</c:v>
                </c:pt>
                <c:pt idx="14">
                  <c:v>7.5</c:v>
                </c:pt>
                <c:pt idx="15">
                  <c:v>7.4</c:v>
                </c:pt>
                <c:pt idx="16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1.2</c:v>
                </c:pt>
                <c:pt idx="2">
                  <c:v>7.4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2.9</c:v>
                </c:pt>
                <c:pt idx="8">
                  <c:v>2.9</c:v>
                </c:pt>
                <c:pt idx="9">
                  <c:v>2.9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2.4</c:v>
                </c:pt>
                <c:pt idx="15">
                  <c:v>2.3</c:v>
                </c:pt>
                <c:pt idx="16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3.8</c:v>
                </c:pt>
                <c:pt idx="2">
                  <c:v>4.1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2.8</c:v>
                </c:pt>
                <c:pt idx="15">
                  <c:v>2.7</c:v>
                </c:pt>
                <c:pt idx="16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52.1</c:v>
                </c:pt>
                <c:pt idx="2">
                  <c:v>51.2</c:v>
                </c:pt>
                <c:pt idx="3">
                  <c:v>50.9</c:v>
                </c:pt>
                <c:pt idx="4">
                  <c:v>50.1</c:v>
                </c:pt>
                <c:pt idx="5">
                  <c:v>51.2</c:v>
                </c:pt>
                <c:pt idx="6">
                  <c:v>50.6</c:v>
                </c:pt>
                <c:pt idx="7">
                  <c:v>51.2</c:v>
                </c:pt>
                <c:pt idx="8">
                  <c:v>50.6</c:v>
                </c:pt>
                <c:pt idx="9">
                  <c:v>52.4</c:v>
                </c:pt>
                <c:pt idx="10">
                  <c:v>54.9</c:v>
                </c:pt>
                <c:pt idx="11">
                  <c:v>56.2</c:v>
                </c:pt>
                <c:pt idx="12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34.1</c:v>
                </c:pt>
                <c:pt idx="1">
                  <c:v>32.6</c:v>
                </c:pt>
                <c:pt idx="2">
                  <c:v>32.6</c:v>
                </c:pt>
                <c:pt idx="3">
                  <c:v>33.6</c:v>
                </c:pt>
                <c:pt idx="4">
                  <c:v>35.3</c:v>
                </c:pt>
                <c:pt idx="5">
                  <c:v>34.1</c:v>
                </c:pt>
                <c:pt idx="6">
                  <c:v>34.4</c:v>
                </c:pt>
                <c:pt idx="7">
                  <c:v>34.1</c:v>
                </c:pt>
                <c:pt idx="8">
                  <c:v>36.9</c:v>
                </c:pt>
                <c:pt idx="9">
                  <c:v>38.4</c:v>
                </c:pt>
                <c:pt idx="10">
                  <c:v>36.4</c:v>
                </c:pt>
                <c:pt idx="11">
                  <c:v>37.0</c:v>
                </c:pt>
                <c:pt idx="12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9.5</c:v>
                </c:pt>
                <c:pt idx="3">
                  <c:v>8.9</c:v>
                </c:pt>
                <c:pt idx="4">
                  <c:v>8.5</c:v>
                </c:pt>
                <c:pt idx="5">
                  <c:v>8.7</c:v>
                </c:pt>
                <c:pt idx="6">
                  <c:v>8.8</c:v>
                </c:pt>
                <c:pt idx="7">
                  <c:v>8.8</c:v>
                </c:pt>
                <c:pt idx="8">
                  <c:v>7.1</c:v>
                </c:pt>
                <c:pt idx="9">
                  <c:v>4.5</c:v>
                </c:pt>
                <c:pt idx="10">
                  <c:v>4.7</c:v>
                </c:pt>
                <c:pt idx="11">
                  <c:v>3.7</c:v>
                </c:pt>
                <c:pt idx="12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3.3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1.5</c:v>
                </c:pt>
                <c:pt idx="9">
                  <c:v>1.7</c:v>
                </c:pt>
                <c:pt idx="10">
                  <c:v>1.4</c:v>
                </c:pt>
                <c:pt idx="11">
                  <c:v>1.1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0.6</c:v>
                </c:pt>
                <c:pt idx="3">
                  <c:v>0.6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0.8</c:v>
                </c:pt>
                <c:pt idx="8">
                  <c:v>0.7</c:v>
                </c:pt>
                <c:pt idx="9">
                  <c:v>0.7</c:v>
                </c:pt>
                <c:pt idx="10">
                  <c:v>0.7</c:v>
                </c:pt>
                <c:pt idx="11">
                  <c:v>0.3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3.1</c:v>
                </c:pt>
                <c:pt idx="8">
                  <c:v>3.2</c:v>
                </c:pt>
                <c:pt idx="9">
                  <c:v>2.2</c:v>
                </c:pt>
                <c:pt idx="10">
                  <c:v>1.9</c:v>
                </c:pt>
                <c:pt idx="11">
                  <c:v>1.6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15.0</c:v>
                </c:pt>
                <c:pt idx="1">
                  <c:v>48.4</c:v>
                </c:pt>
                <c:pt idx="2">
                  <c:v>34.4</c:v>
                </c:pt>
                <c:pt idx="3">
                  <c:v>31.9</c:v>
                </c:pt>
                <c:pt idx="4">
                  <c:v>35.9</c:v>
                </c:pt>
                <c:pt idx="5">
                  <c:v>35.9</c:v>
                </c:pt>
                <c:pt idx="6">
                  <c:v>39.8</c:v>
                </c:pt>
                <c:pt idx="7">
                  <c:v>41.6</c:v>
                </c:pt>
                <c:pt idx="8">
                  <c:v>40.9</c:v>
                </c:pt>
                <c:pt idx="9">
                  <c:v>40.7</c:v>
                </c:pt>
                <c:pt idx="10">
                  <c:v>40.8</c:v>
                </c:pt>
                <c:pt idx="11">
                  <c:v>41.4</c:v>
                </c:pt>
                <c:pt idx="12">
                  <c:v>41.7</c:v>
                </c:pt>
                <c:pt idx="13">
                  <c:v>41.4</c:v>
                </c:pt>
                <c:pt idx="14">
                  <c:v>41.7</c:v>
                </c:pt>
                <c:pt idx="15">
                  <c:v>41.9</c:v>
                </c:pt>
                <c:pt idx="16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72.0</c:v>
                </c:pt>
                <c:pt idx="1">
                  <c:v>36.9</c:v>
                </c:pt>
                <c:pt idx="2">
                  <c:v>58.9</c:v>
                </c:pt>
                <c:pt idx="3">
                  <c:v>54.9</c:v>
                </c:pt>
                <c:pt idx="4">
                  <c:v>52.4</c:v>
                </c:pt>
                <c:pt idx="5">
                  <c:v>53.6</c:v>
                </c:pt>
                <c:pt idx="6">
                  <c:v>50.4</c:v>
                </c:pt>
                <c:pt idx="7">
                  <c:v>48.5</c:v>
                </c:pt>
                <c:pt idx="8">
                  <c:v>48.4</c:v>
                </c:pt>
                <c:pt idx="9">
                  <c:v>48.7</c:v>
                </c:pt>
                <c:pt idx="10">
                  <c:v>48.6</c:v>
                </c:pt>
                <c:pt idx="11">
                  <c:v>48.1</c:v>
                </c:pt>
                <c:pt idx="12">
                  <c:v>47.9</c:v>
                </c:pt>
                <c:pt idx="13">
                  <c:v>48.3</c:v>
                </c:pt>
                <c:pt idx="14">
                  <c:v>48.1</c:v>
                </c:pt>
                <c:pt idx="15">
                  <c:v>48.0</c:v>
                </c:pt>
                <c:pt idx="16">
                  <c:v>47.9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13.0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3.2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0.9</c:v>
                </c:pt>
                <c:pt idx="7">
                  <c:v>1.4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3.2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4.8</c:v>
                </c:pt>
                <c:pt idx="14">
                  <c:v>4.9</c:v>
                </c:pt>
                <c:pt idx="15">
                  <c:v>4.9</c:v>
                </c:pt>
                <c:pt idx="16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35.9</c:v>
                </c:pt>
                <c:pt idx="1">
                  <c:v>39.8</c:v>
                </c:pt>
                <c:pt idx="2">
                  <c:v>41.7</c:v>
                </c:pt>
                <c:pt idx="3">
                  <c:v>40.8</c:v>
                </c:pt>
                <c:pt idx="4">
                  <c:v>41.0</c:v>
                </c:pt>
                <c:pt idx="5">
                  <c:v>42.2</c:v>
                </c:pt>
                <c:pt idx="6">
                  <c:v>42.7</c:v>
                </c:pt>
                <c:pt idx="7">
                  <c:v>43.8</c:v>
                </c:pt>
                <c:pt idx="8">
                  <c:v>42.4</c:v>
                </c:pt>
                <c:pt idx="9">
                  <c:v>41.8</c:v>
                </c:pt>
                <c:pt idx="10">
                  <c:v>43.1</c:v>
                </c:pt>
                <c:pt idx="11">
                  <c:v>44.0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53.6</c:v>
                </c:pt>
                <c:pt idx="1">
                  <c:v>50.4</c:v>
                </c:pt>
                <c:pt idx="2">
                  <c:v>48.4</c:v>
                </c:pt>
                <c:pt idx="3">
                  <c:v>48.6</c:v>
                </c:pt>
                <c:pt idx="4">
                  <c:v>48.1</c:v>
                </c:pt>
                <c:pt idx="5">
                  <c:v>47.7</c:v>
                </c:pt>
                <c:pt idx="6">
                  <c:v>47.1</c:v>
                </c:pt>
                <c:pt idx="7">
                  <c:v>45.8</c:v>
                </c:pt>
                <c:pt idx="8">
                  <c:v>47.1</c:v>
                </c:pt>
                <c:pt idx="9">
                  <c:v>47.8</c:v>
                </c:pt>
                <c:pt idx="10">
                  <c:v>47.4</c:v>
                </c:pt>
                <c:pt idx="11">
                  <c:v>46.3</c:v>
                </c:pt>
                <c:pt idx="12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3.3</c:v>
                </c:pt>
                <c:pt idx="6">
                  <c:v>3.5</c:v>
                </c:pt>
                <c:pt idx="7">
                  <c:v>3.4</c:v>
                </c:pt>
                <c:pt idx="8">
                  <c:v>3.6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0.9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1.1</c:v>
                </c:pt>
                <c:pt idx="10">
                  <c:v>0.8</c:v>
                </c:pt>
                <c:pt idx="11">
                  <c:v>0.9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0.8</c:v>
                </c:pt>
                <c:pt idx="8">
                  <c:v>1.0</c:v>
                </c:pt>
                <c:pt idx="9">
                  <c:v>1.0</c:v>
                </c:pt>
                <c:pt idx="10">
                  <c:v>0.9</c:v>
                </c:pt>
                <c:pt idx="11">
                  <c:v>1.2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4.7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45.8</c:v>
                </c:pt>
                <c:pt idx="1">
                  <c:v>45.6</c:v>
                </c:pt>
                <c:pt idx="2">
                  <c:v>41.7</c:v>
                </c:pt>
                <c:pt idx="3">
                  <c:v>45.5</c:v>
                </c:pt>
                <c:pt idx="4">
                  <c:v>47.6</c:v>
                </c:pt>
                <c:pt idx="5">
                  <c:v>48.4</c:v>
                </c:pt>
                <c:pt idx="6">
                  <c:v>50.0</c:v>
                </c:pt>
                <c:pt idx="7">
                  <c:v>49.0</c:v>
                </c:pt>
                <c:pt idx="8">
                  <c:v>48.9</c:v>
                </c:pt>
                <c:pt idx="9">
                  <c:v>49.4</c:v>
                </c:pt>
                <c:pt idx="10">
                  <c:v>49.3</c:v>
                </c:pt>
                <c:pt idx="11">
                  <c:v>48.8</c:v>
                </c:pt>
                <c:pt idx="12">
                  <c:v>48.8</c:v>
                </c:pt>
                <c:pt idx="13">
                  <c:v>48.8</c:v>
                </c:pt>
                <c:pt idx="14">
                  <c:v>48.0</c:v>
                </c:pt>
                <c:pt idx="15">
                  <c:v>47.7</c:v>
                </c:pt>
                <c:pt idx="16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42.2</c:v>
                </c:pt>
                <c:pt idx="1">
                  <c:v>37.5</c:v>
                </c:pt>
                <c:pt idx="2">
                  <c:v>41.9</c:v>
                </c:pt>
                <c:pt idx="3">
                  <c:v>36.0</c:v>
                </c:pt>
                <c:pt idx="4">
                  <c:v>33.9</c:v>
                </c:pt>
                <c:pt idx="5">
                  <c:v>34.7</c:v>
                </c:pt>
                <c:pt idx="6">
                  <c:v>33.3</c:v>
                </c:pt>
                <c:pt idx="7">
                  <c:v>33.9</c:v>
                </c:pt>
                <c:pt idx="8">
                  <c:v>34.4</c:v>
                </c:pt>
                <c:pt idx="9">
                  <c:v>35.2</c:v>
                </c:pt>
                <c:pt idx="10">
                  <c:v>36.2</c:v>
                </c:pt>
                <c:pt idx="11">
                  <c:v>36.3</c:v>
                </c:pt>
                <c:pt idx="12">
                  <c:v>35.9</c:v>
                </c:pt>
                <c:pt idx="13">
                  <c:v>36.4</c:v>
                </c:pt>
                <c:pt idx="14">
                  <c:v>37.4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10.9</c:v>
                </c:pt>
                <c:pt idx="2">
                  <c:v>8.3</c:v>
                </c:pt>
                <c:pt idx="3">
                  <c:v>9.3</c:v>
                </c:pt>
                <c:pt idx="4">
                  <c:v>9.6</c:v>
                </c:pt>
                <c:pt idx="5">
                  <c:v>8.4</c:v>
                </c:pt>
                <c:pt idx="6">
                  <c:v>7.4</c:v>
                </c:pt>
                <c:pt idx="7">
                  <c:v>7.5</c:v>
                </c:pt>
                <c:pt idx="8">
                  <c:v>7.2</c:v>
                </c:pt>
                <c:pt idx="9">
                  <c:v>6.8</c:v>
                </c:pt>
                <c:pt idx="10">
                  <c:v>6.3</c:v>
                </c:pt>
                <c:pt idx="11">
                  <c:v>7.0</c:v>
                </c:pt>
                <c:pt idx="12">
                  <c:v>7.3</c:v>
                </c:pt>
                <c:pt idx="13">
                  <c:v>7.2</c:v>
                </c:pt>
                <c:pt idx="14">
                  <c:v>7.2</c:v>
                </c:pt>
                <c:pt idx="15">
                  <c:v>7.0</c:v>
                </c:pt>
                <c:pt idx="16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1.5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1.2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6.0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48.4</c:v>
                </c:pt>
                <c:pt idx="1">
                  <c:v>50.0</c:v>
                </c:pt>
                <c:pt idx="2">
                  <c:v>49.1</c:v>
                </c:pt>
                <c:pt idx="3">
                  <c:v>49.2</c:v>
                </c:pt>
                <c:pt idx="4">
                  <c:v>50.8</c:v>
                </c:pt>
                <c:pt idx="5">
                  <c:v>50.4</c:v>
                </c:pt>
                <c:pt idx="6">
                  <c:v>49.3</c:v>
                </c:pt>
                <c:pt idx="7">
                  <c:v>49.0</c:v>
                </c:pt>
                <c:pt idx="8">
                  <c:v>48.1</c:v>
                </c:pt>
                <c:pt idx="9">
                  <c:v>47.3</c:v>
                </c:pt>
                <c:pt idx="10">
                  <c:v>46.5</c:v>
                </c:pt>
                <c:pt idx="11">
                  <c:v>45.0</c:v>
                </c:pt>
                <c:pt idx="12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33.3</c:v>
                </c:pt>
                <c:pt idx="2">
                  <c:v>33.7</c:v>
                </c:pt>
                <c:pt idx="3">
                  <c:v>34.1</c:v>
                </c:pt>
                <c:pt idx="4">
                  <c:v>34.0</c:v>
                </c:pt>
                <c:pt idx="5">
                  <c:v>36.2</c:v>
                </c:pt>
                <c:pt idx="6">
                  <c:v>37.2</c:v>
                </c:pt>
                <c:pt idx="7">
                  <c:v>36.5</c:v>
                </c:pt>
                <c:pt idx="8">
                  <c:v>38.1</c:v>
                </c:pt>
                <c:pt idx="9">
                  <c:v>39.9</c:v>
                </c:pt>
                <c:pt idx="10">
                  <c:v>41.4</c:v>
                </c:pt>
                <c:pt idx="11">
                  <c:v>42.0</c:v>
                </c:pt>
                <c:pt idx="12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8.4</c:v>
                </c:pt>
                <c:pt idx="1">
                  <c:v>7.4</c:v>
                </c:pt>
                <c:pt idx="2">
                  <c:v>7.5</c:v>
                </c:pt>
                <c:pt idx="3">
                  <c:v>6.9</c:v>
                </c:pt>
                <c:pt idx="4">
                  <c:v>6.5</c:v>
                </c:pt>
                <c:pt idx="5">
                  <c:v>5.4</c:v>
                </c:pt>
                <c:pt idx="6">
                  <c:v>6.1</c:v>
                </c:pt>
                <c:pt idx="7">
                  <c:v>6.8</c:v>
                </c:pt>
                <c:pt idx="8">
                  <c:v>7.1</c:v>
                </c:pt>
                <c:pt idx="9">
                  <c:v>7.1</c:v>
                </c:pt>
                <c:pt idx="10">
                  <c:v>6.9</c:v>
                </c:pt>
                <c:pt idx="11">
                  <c:v>7.6</c:v>
                </c:pt>
                <c:pt idx="12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1.5</c:v>
                </c:pt>
                <c:pt idx="10">
                  <c:v>1.5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2.8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1.8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3.4</c:v>
                </c:pt>
                <c:pt idx="10">
                  <c:v>3.0</c:v>
                </c:pt>
                <c:pt idx="11">
                  <c:v>3.1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33.5</c:v>
                </c:pt>
                <c:pt idx="1">
                  <c:v>34.1</c:v>
                </c:pt>
                <c:pt idx="2">
                  <c:v>34.4</c:v>
                </c:pt>
                <c:pt idx="3">
                  <c:v>37.5</c:v>
                </c:pt>
                <c:pt idx="4">
                  <c:v>37.4</c:v>
                </c:pt>
                <c:pt idx="5">
                  <c:v>37.4</c:v>
                </c:pt>
                <c:pt idx="6">
                  <c:v>42.6</c:v>
                </c:pt>
                <c:pt idx="7">
                  <c:v>41.9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60.5</c:v>
                </c:pt>
                <c:pt idx="1">
                  <c:v>61.1</c:v>
                </c:pt>
                <c:pt idx="2">
                  <c:v>61.2</c:v>
                </c:pt>
                <c:pt idx="3">
                  <c:v>58.2</c:v>
                </c:pt>
                <c:pt idx="4">
                  <c:v>57.2</c:v>
                </c:pt>
                <c:pt idx="5">
                  <c:v>55.5</c:v>
                </c:pt>
                <c:pt idx="6">
                  <c:v>49.6</c:v>
                </c:pt>
                <c:pt idx="7">
                  <c:v>49.7</c:v>
                </c:pt>
                <c:pt idx="8">
                  <c:v>48.9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2.0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0.8</c:v>
                </c:pt>
                <c:pt idx="5">
                  <c:v>0.8</c:v>
                </c:pt>
                <c:pt idx="6">
                  <c:v>1.0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1.3</c:v>
                </c:pt>
                <c:pt idx="5">
                  <c:v>1.4</c:v>
                </c:pt>
                <c:pt idx="6">
                  <c:v>1.5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1.5</c:v>
                </c:pt>
                <c:pt idx="1">
                  <c:v>1.9</c:v>
                </c:pt>
                <c:pt idx="2">
                  <c:v>1.7</c:v>
                </c:pt>
                <c:pt idx="3">
                  <c:v>1.8</c:v>
                </c:pt>
                <c:pt idx="4">
                  <c:v>1.7</c:v>
                </c:pt>
                <c:pt idx="5">
                  <c:v>3.3</c:v>
                </c:pt>
                <c:pt idx="6">
                  <c:v>3.7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45.7</c:v>
                </c:pt>
                <c:pt idx="1">
                  <c:v>45.1</c:v>
                </c:pt>
                <c:pt idx="2">
                  <c:v>46.4</c:v>
                </c:pt>
                <c:pt idx="3">
                  <c:v>44.8</c:v>
                </c:pt>
                <c:pt idx="4">
                  <c:v>44.9</c:v>
                </c:pt>
                <c:pt idx="5">
                  <c:v>46.7</c:v>
                </c:pt>
                <c:pt idx="6">
                  <c:v>46.3</c:v>
                </c:pt>
                <c:pt idx="7">
                  <c:v>46.4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47.7</c:v>
                </c:pt>
                <c:pt idx="1">
                  <c:v>48.7</c:v>
                </c:pt>
                <c:pt idx="2">
                  <c:v>47.6</c:v>
                </c:pt>
                <c:pt idx="3">
                  <c:v>48.7</c:v>
                </c:pt>
                <c:pt idx="4">
                  <c:v>47.9</c:v>
                </c:pt>
                <c:pt idx="5">
                  <c:v>46.2</c:v>
                </c:pt>
                <c:pt idx="6">
                  <c:v>46.2</c:v>
                </c:pt>
                <c:pt idx="7">
                  <c:v>46.0</c:v>
                </c:pt>
                <c:pt idx="8">
                  <c:v>46.7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2.4</c:v>
                </c:pt>
                <c:pt idx="5">
                  <c:v>2.4</c:v>
                </c:pt>
                <c:pt idx="6">
                  <c:v>2.4</c:v>
                </c:pt>
                <c:pt idx="7">
                  <c:v>2.5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0.9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1.8</c:v>
                </c:pt>
                <c:pt idx="1">
                  <c:v>1.6</c:v>
                </c:pt>
                <c:pt idx="2">
                  <c:v>1.7</c:v>
                </c:pt>
                <c:pt idx="3">
                  <c:v>1.6</c:v>
                </c:pt>
                <c:pt idx="4">
                  <c:v>2.6</c:v>
                </c:pt>
                <c:pt idx="5">
                  <c:v>2.6</c:v>
                </c:pt>
                <c:pt idx="6">
                  <c:v>2.8</c:v>
                </c:pt>
                <c:pt idx="7">
                  <c:v>2.8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41.0</c:v>
                </c:pt>
                <c:pt idx="1">
                  <c:v>41.8</c:v>
                </c:pt>
                <c:pt idx="2">
                  <c:v>40.9</c:v>
                </c:pt>
                <c:pt idx="3">
                  <c:v>40.8</c:v>
                </c:pt>
                <c:pt idx="4">
                  <c:v>40.8</c:v>
                </c:pt>
                <c:pt idx="5">
                  <c:v>41.1</c:v>
                </c:pt>
                <c:pt idx="6">
                  <c:v>41.3</c:v>
                </c:pt>
                <c:pt idx="7">
                  <c:v>42.3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52.4</c:v>
                </c:pt>
                <c:pt idx="1">
                  <c:v>52.0</c:v>
                </c:pt>
                <c:pt idx="2">
                  <c:v>52.7</c:v>
                </c:pt>
                <c:pt idx="3">
                  <c:v>51.9</c:v>
                </c:pt>
                <c:pt idx="4">
                  <c:v>50.1</c:v>
                </c:pt>
                <c:pt idx="5">
                  <c:v>48.9</c:v>
                </c:pt>
                <c:pt idx="6">
                  <c:v>48.0</c:v>
                </c:pt>
                <c:pt idx="7">
                  <c:v>47.6</c:v>
                </c:pt>
                <c:pt idx="8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3.7</c:v>
                </c:pt>
                <c:pt idx="3">
                  <c:v>3.4</c:v>
                </c:pt>
                <c:pt idx="4">
                  <c:v>3.7</c:v>
                </c:pt>
                <c:pt idx="5">
                  <c:v>4.2</c:v>
                </c:pt>
                <c:pt idx="6">
                  <c:v>4.6</c:v>
                </c:pt>
                <c:pt idx="7">
                  <c:v>4.6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2.9</c:v>
                </c:pt>
                <c:pt idx="1">
                  <c:v>2.7</c:v>
                </c:pt>
                <c:pt idx="2">
                  <c:v>2.5</c:v>
                </c:pt>
                <c:pt idx="3">
                  <c:v>3.1</c:v>
                </c:pt>
                <c:pt idx="4">
                  <c:v>4.4</c:v>
                </c:pt>
                <c:pt idx="5">
                  <c:v>4.8</c:v>
                </c:pt>
                <c:pt idx="6">
                  <c:v>5.1</c:v>
                </c:pt>
                <c:pt idx="7">
                  <c:v>4.5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42.4</c:v>
                </c:pt>
                <c:pt idx="1">
                  <c:v>41.9</c:v>
                </c:pt>
                <c:pt idx="2">
                  <c:v>41.4</c:v>
                </c:pt>
                <c:pt idx="3">
                  <c:v>41.5</c:v>
                </c:pt>
                <c:pt idx="4">
                  <c:v>41.8</c:v>
                </c:pt>
                <c:pt idx="5">
                  <c:v>41.7</c:v>
                </c:pt>
                <c:pt idx="6">
                  <c:v>42.0</c:v>
                </c:pt>
                <c:pt idx="7">
                  <c:v>41.6</c:v>
                </c:pt>
                <c:pt idx="8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51.2</c:v>
                </c:pt>
                <c:pt idx="2">
                  <c:v>50.8</c:v>
                </c:pt>
                <c:pt idx="3">
                  <c:v>49.5</c:v>
                </c:pt>
                <c:pt idx="4">
                  <c:v>48.6</c:v>
                </c:pt>
                <c:pt idx="5">
                  <c:v>48.2</c:v>
                </c:pt>
                <c:pt idx="6">
                  <c:v>48.1</c:v>
                </c:pt>
                <c:pt idx="7">
                  <c:v>47.6</c:v>
                </c:pt>
                <c:pt idx="8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3.7</c:v>
                </c:pt>
                <c:pt idx="2">
                  <c:v>3.7</c:v>
                </c:pt>
                <c:pt idx="3">
                  <c:v>3.9</c:v>
                </c:pt>
                <c:pt idx="4">
                  <c:v>4.2</c:v>
                </c:pt>
                <c:pt idx="5">
                  <c:v>4.5</c:v>
                </c:pt>
                <c:pt idx="6">
                  <c:v>4.4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0.5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0.6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3.1</c:v>
                </c:pt>
                <c:pt idx="3">
                  <c:v>4.0</c:v>
                </c:pt>
                <c:pt idx="4">
                  <c:v>4.3</c:v>
                </c:pt>
                <c:pt idx="5">
                  <c:v>4.5</c:v>
                </c:pt>
                <c:pt idx="6">
                  <c:v>4.4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53.1</c:v>
                </c:pt>
                <c:pt idx="1">
                  <c:v>52.5</c:v>
                </c:pt>
                <c:pt idx="2">
                  <c:v>53.6</c:v>
                </c:pt>
                <c:pt idx="3">
                  <c:v>53.2</c:v>
                </c:pt>
                <c:pt idx="4">
                  <c:v>49.5</c:v>
                </c:pt>
                <c:pt idx="5">
                  <c:v>49.5</c:v>
                </c:pt>
                <c:pt idx="6">
                  <c:v>48.7</c:v>
                </c:pt>
                <c:pt idx="7">
                  <c:v>47.8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35.7</c:v>
                </c:pt>
                <c:pt idx="1">
                  <c:v>35.7</c:v>
                </c:pt>
                <c:pt idx="2">
                  <c:v>34.5</c:v>
                </c:pt>
                <c:pt idx="3">
                  <c:v>34.0</c:v>
                </c:pt>
                <c:pt idx="4">
                  <c:v>34.5</c:v>
                </c:pt>
                <c:pt idx="5">
                  <c:v>33.8</c:v>
                </c:pt>
                <c:pt idx="6">
                  <c:v>33.3</c:v>
                </c:pt>
                <c:pt idx="7">
                  <c:v>33.6</c:v>
                </c:pt>
                <c:pt idx="8">
                  <c:v>33.5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2.8</c:v>
                </c:pt>
                <c:pt idx="3">
                  <c:v>2.6</c:v>
                </c:pt>
                <c:pt idx="4">
                  <c:v>3.4</c:v>
                </c:pt>
                <c:pt idx="5">
                  <c:v>3.5</c:v>
                </c:pt>
                <c:pt idx="6">
                  <c:v>4.0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6.0</c:v>
                </c:pt>
                <c:pt idx="1">
                  <c:v>7.0</c:v>
                </c:pt>
                <c:pt idx="2">
                  <c:v>6.4</c:v>
                </c:pt>
                <c:pt idx="3">
                  <c:v>7.5</c:v>
                </c:pt>
                <c:pt idx="4">
                  <c:v>8.2</c:v>
                </c:pt>
                <c:pt idx="5">
                  <c:v>7.9</c:v>
                </c:pt>
                <c:pt idx="6">
                  <c:v>8.5</c:v>
                </c:pt>
                <c:pt idx="7">
                  <c:v>8.4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0.9</c:v>
                </c:pt>
                <c:pt idx="3">
                  <c:v>1.0</c:v>
                </c:pt>
                <c:pt idx="4">
                  <c:v>0.8</c:v>
                </c:pt>
                <c:pt idx="5">
                  <c:v>0.7</c:v>
                </c:pt>
                <c:pt idx="6">
                  <c:v>0.7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1.9</c:v>
                </c:pt>
                <c:pt idx="2">
                  <c:v>1.7</c:v>
                </c:pt>
                <c:pt idx="3">
                  <c:v>1.6</c:v>
                </c:pt>
                <c:pt idx="4">
                  <c:v>3.7</c:v>
                </c:pt>
                <c:pt idx="5">
                  <c:v>4.6</c:v>
                </c:pt>
                <c:pt idx="6">
                  <c:v>4.8</c:v>
                </c:pt>
                <c:pt idx="7">
                  <c:v>5.6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54.1</c:v>
                </c:pt>
                <c:pt idx="1">
                  <c:v>55.0</c:v>
                </c:pt>
                <c:pt idx="2">
                  <c:v>54.5</c:v>
                </c:pt>
                <c:pt idx="3">
                  <c:v>51.6</c:v>
                </c:pt>
                <c:pt idx="4">
                  <c:v>51.9</c:v>
                </c:pt>
                <c:pt idx="5">
                  <c:v>51.4</c:v>
                </c:pt>
                <c:pt idx="6">
                  <c:v>50.3</c:v>
                </c:pt>
                <c:pt idx="7">
                  <c:v>50.2</c:v>
                </c:pt>
                <c:pt idx="8">
                  <c:v>50.2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33.9</c:v>
                </c:pt>
                <c:pt idx="1">
                  <c:v>32.9</c:v>
                </c:pt>
                <c:pt idx="2">
                  <c:v>32.6</c:v>
                </c:pt>
                <c:pt idx="3">
                  <c:v>33.0</c:v>
                </c:pt>
                <c:pt idx="4">
                  <c:v>32.3</c:v>
                </c:pt>
                <c:pt idx="5">
                  <c:v>32.2</c:v>
                </c:pt>
                <c:pt idx="6">
                  <c:v>32.7</c:v>
                </c:pt>
                <c:pt idx="7">
                  <c:v>32.9</c:v>
                </c:pt>
                <c:pt idx="8">
                  <c:v>32.9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2.5</c:v>
                </c:pt>
                <c:pt idx="1">
                  <c:v>3.0</c:v>
                </c:pt>
                <c:pt idx="2">
                  <c:v>2.9</c:v>
                </c:pt>
                <c:pt idx="3">
                  <c:v>3.4</c:v>
                </c:pt>
                <c:pt idx="4">
                  <c:v>3.5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6.6</c:v>
                </c:pt>
                <c:pt idx="1">
                  <c:v>6.2</c:v>
                </c:pt>
                <c:pt idx="2">
                  <c:v>7.0</c:v>
                </c:pt>
                <c:pt idx="3">
                  <c:v>7.4</c:v>
                </c:pt>
                <c:pt idx="4">
                  <c:v>7.1</c:v>
                </c:pt>
                <c:pt idx="5">
                  <c:v>7.4</c:v>
                </c:pt>
                <c:pt idx="6">
                  <c:v>7.4</c:v>
                </c:pt>
                <c:pt idx="7">
                  <c:v>7.3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0.8</c:v>
                </c:pt>
                <c:pt idx="2">
                  <c:v>0.9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3.7</c:v>
                </c:pt>
                <c:pt idx="4">
                  <c:v>4.5</c:v>
                </c:pt>
                <c:pt idx="5">
                  <c:v>4.5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40.3</c:v>
                </c:pt>
                <c:pt idx="1">
                  <c:v>43.9</c:v>
                </c:pt>
                <c:pt idx="2">
                  <c:v>44.6</c:v>
                </c:pt>
                <c:pt idx="3">
                  <c:v>44.9</c:v>
                </c:pt>
                <c:pt idx="4">
                  <c:v>44.6</c:v>
                </c:pt>
                <c:pt idx="5">
                  <c:v>46.0</c:v>
                </c:pt>
                <c:pt idx="6">
                  <c:v>42.7</c:v>
                </c:pt>
                <c:pt idx="7">
                  <c:v>43.7</c:v>
                </c:pt>
                <c:pt idx="8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55.0</c:v>
                </c:pt>
                <c:pt idx="1">
                  <c:v>50.7</c:v>
                </c:pt>
                <c:pt idx="2">
                  <c:v>50.5</c:v>
                </c:pt>
                <c:pt idx="3">
                  <c:v>50.3</c:v>
                </c:pt>
                <c:pt idx="4">
                  <c:v>50.1</c:v>
                </c:pt>
                <c:pt idx="5">
                  <c:v>47.8</c:v>
                </c:pt>
                <c:pt idx="6">
                  <c:v>49.2</c:v>
                </c:pt>
                <c:pt idx="7">
                  <c:v>48.0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3.2</c:v>
                </c:pt>
                <c:pt idx="2">
                  <c:v>2.7</c:v>
                </c:pt>
                <c:pt idx="3">
                  <c:v>2.7</c:v>
                </c:pt>
                <c:pt idx="4">
                  <c:v>3.0</c:v>
                </c:pt>
                <c:pt idx="5">
                  <c:v>3.8</c:v>
                </c:pt>
                <c:pt idx="6">
                  <c:v>5.7</c:v>
                </c:pt>
                <c:pt idx="7">
                  <c:v>5.9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42.5</c:v>
                </c:pt>
                <c:pt idx="2">
                  <c:v>43.0</c:v>
                </c:pt>
                <c:pt idx="3">
                  <c:v>43.1</c:v>
                </c:pt>
                <c:pt idx="4">
                  <c:v>43.0</c:v>
                </c:pt>
                <c:pt idx="5">
                  <c:v>42.0</c:v>
                </c:pt>
                <c:pt idx="6">
                  <c:v>42.5</c:v>
                </c:pt>
                <c:pt idx="7">
                  <c:v>42.5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51.1</c:v>
                </c:pt>
                <c:pt idx="1">
                  <c:v>50.7</c:v>
                </c:pt>
                <c:pt idx="2">
                  <c:v>50.3</c:v>
                </c:pt>
                <c:pt idx="3">
                  <c:v>49.8</c:v>
                </c:pt>
                <c:pt idx="4">
                  <c:v>49.5</c:v>
                </c:pt>
                <c:pt idx="5">
                  <c:v>49.6</c:v>
                </c:pt>
                <c:pt idx="6">
                  <c:v>49.1</c:v>
                </c:pt>
                <c:pt idx="7">
                  <c:v>49.2</c:v>
                </c:pt>
                <c:pt idx="8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1.0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0.6</c:v>
                </c:pt>
                <c:pt idx="3">
                  <c:v>0.7</c:v>
                </c:pt>
                <c:pt idx="4">
                  <c:v>0.8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1.9</c:v>
                </c:pt>
                <c:pt idx="3">
                  <c:v>1.7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3.4</c:v>
                </c:pt>
                <c:pt idx="1">
                  <c:v>3.1</c:v>
                </c:pt>
                <c:pt idx="2">
                  <c:v>3.2</c:v>
                </c:pt>
                <c:pt idx="3">
                  <c:v>3.4</c:v>
                </c:pt>
                <c:pt idx="4">
                  <c:v>4.0</c:v>
                </c:pt>
                <c:pt idx="5">
                  <c:v>5.0</c:v>
                </c:pt>
                <c:pt idx="6">
                  <c:v>5.1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40.6</c:v>
                </c:pt>
                <c:pt idx="1">
                  <c:v>40.4</c:v>
                </c:pt>
                <c:pt idx="2">
                  <c:v>39.1</c:v>
                </c:pt>
                <c:pt idx="3">
                  <c:v>42.8</c:v>
                </c:pt>
                <c:pt idx="4">
                  <c:v>42.8</c:v>
                </c:pt>
                <c:pt idx="5">
                  <c:v>44.0</c:v>
                </c:pt>
                <c:pt idx="6">
                  <c:v>44.2</c:v>
                </c:pt>
                <c:pt idx="7">
                  <c:v>42.6</c:v>
                </c:pt>
                <c:pt idx="8">
                  <c:v>43.2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36.5</c:v>
                </c:pt>
                <c:pt idx="1">
                  <c:v>38.2</c:v>
                </c:pt>
                <c:pt idx="2">
                  <c:v>42.2</c:v>
                </c:pt>
                <c:pt idx="3">
                  <c:v>40.4</c:v>
                </c:pt>
                <c:pt idx="4">
                  <c:v>40.2</c:v>
                </c:pt>
                <c:pt idx="5">
                  <c:v>39.1</c:v>
                </c:pt>
                <c:pt idx="6">
                  <c:v>39.5</c:v>
                </c:pt>
                <c:pt idx="7">
                  <c:v>41.6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3.5</c:v>
                </c:pt>
                <c:pt idx="2">
                  <c:v>3.4</c:v>
                </c:pt>
                <c:pt idx="3">
                  <c:v>2.8</c:v>
                </c:pt>
                <c:pt idx="4">
                  <c:v>2.5</c:v>
                </c:pt>
                <c:pt idx="5">
                  <c:v>2.4</c:v>
                </c:pt>
                <c:pt idx="6">
                  <c:v>1.2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1.3</c:v>
                </c:pt>
                <c:pt idx="2">
                  <c:v>1.5</c:v>
                </c:pt>
                <c:pt idx="3">
                  <c:v>1.8</c:v>
                </c:pt>
                <c:pt idx="4">
                  <c:v>1.9</c:v>
                </c:pt>
                <c:pt idx="5">
                  <c:v>1.9</c:v>
                </c:pt>
                <c:pt idx="6">
                  <c:v>2.0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10.6</c:v>
                </c:pt>
                <c:pt idx="1">
                  <c:v>9.7</c:v>
                </c:pt>
                <c:pt idx="2">
                  <c:v>8.3</c:v>
                </c:pt>
                <c:pt idx="3">
                  <c:v>7.4</c:v>
                </c:pt>
                <c:pt idx="4">
                  <c:v>6.7</c:v>
                </c:pt>
                <c:pt idx="5">
                  <c:v>6.7</c:v>
                </c:pt>
                <c:pt idx="6">
                  <c:v>5.9</c:v>
                </c:pt>
                <c:pt idx="7">
                  <c:v>4.0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7.7</c:v>
                </c:pt>
                <c:pt idx="1">
                  <c:v>6.9</c:v>
                </c:pt>
                <c:pt idx="2">
                  <c:v>5.5</c:v>
                </c:pt>
                <c:pt idx="3">
                  <c:v>4.8</c:v>
                </c:pt>
                <c:pt idx="4">
                  <c:v>5.8</c:v>
                </c:pt>
                <c:pt idx="5">
                  <c:v>5.8</c:v>
                </c:pt>
                <c:pt idx="6">
                  <c:v>7.3</c:v>
                </c:pt>
                <c:pt idx="7">
                  <c:v>8.3</c:v>
                </c:pt>
                <c:pt idx="8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40.7</c:v>
                </c:pt>
                <c:pt idx="1">
                  <c:v>39.9</c:v>
                </c:pt>
                <c:pt idx="2">
                  <c:v>43.0</c:v>
                </c:pt>
                <c:pt idx="3">
                  <c:v>42.9</c:v>
                </c:pt>
                <c:pt idx="4">
                  <c:v>43.8</c:v>
                </c:pt>
                <c:pt idx="5">
                  <c:v>43.4</c:v>
                </c:pt>
                <c:pt idx="6">
                  <c:v>42.6</c:v>
                </c:pt>
                <c:pt idx="7">
                  <c:v>42.7</c:v>
                </c:pt>
                <c:pt idx="8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40.1</c:v>
                </c:pt>
                <c:pt idx="1">
                  <c:v>42.3</c:v>
                </c:pt>
                <c:pt idx="2">
                  <c:v>40.7</c:v>
                </c:pt>
                <c:pt idx="3">
                  <c:v>40.3</c:v>
                </c:pt>
                <c:pt idx="4">
                  <c:v>39.6</c:v>
                </c:pt>
                <c:pt idx="5">
                  <c:v>39.5</c:v>
                </c:pt>
                <c:pt idx="6">
                  <c:v>39.8</c:v>
                </c:pt>
                <c:pt idx="7">
                  <c:v>39.6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3.2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2.5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1.4</c:v>
                </c:pt>
                <c:pt idx="1">
                  <c:v>1.6</c:v>
                </c:pt>
                <c:pt idx="2">
                  <c:v>1.7</c:v>
                </c:pt>
                <c:pt idx="3">
                  <c:v>1.9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8.5</c:v>
                </c:pt>
                <c:pt idx="1">
                  <c:v>7.7</c:v>
                </c:pt>
                <c:pt idx="2">
                  <c:v>6.9</c:v>
                </c:pt>
                <c:pt idx="3">
                  <c:v>6.7</c:v>
                </c:pt>
                <c:pt idx="4">
                  <c:v>6.4</c:v>
                </c:pt>
                <c:pt idx="5">
                  <c:v>6.2</c:v>
                </c:pt>
                <c:pt idx="6">
                  <c:v>6.0</c:v>
                </c:pt>
                <c:pt idx="7">
                  <c:v>6.0</c:v>
                </c:pt>
                <c:pt idx="8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5.4</c:v>
                </c:pt>
                <c:pt idx="2">
                  <c:v>4.8</c:v>
                </c:pt>
                <c:pt idx="3">
                  <c:v>5.6</c:v>
                </c:pt>
                <c:pt idx="4">
                  <c:v>5.9</c:v>
                </c:pt>
                <c:pt idx="5">
                  <c:v>6.7</c:v>
                </c:pt>
                <c:pt idx="6">
                  <c:v>7.4</c:v>
                </c:pt>
                <c:pt idx="7">
                  <c:v>7.6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35.3</c:v>
                </c:pt>
                <c:pt idx="1">
                  <c:v>35.1</c:v>
                </c:pt>
                <c:pt idx="2">
                  <c:v>35.5</c:v>
                </c:pt>
                <c:pt idx="3">
                  <c:v>35.2</c:v>
                </c:pt>
                <c:pt idx="4">
                  <c:v>41.2</c:v>
                </c:pt>
                <c:pt idx="5">
                  <c:v>39.6</c:v>
                </c:pt>
                <c:pt idx="6">
                  <c:v>40.3</c:v>
                </c:pt>
                <c:pt idx="7">
                  <c:v>44.0</c:v>
                </c:pt>
                <c:pt idx="8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54.4</c:v>
                </c:pt>
                <c:pt idx="3">
                  <c:v>54.7</c:v>
                </c:pt>
                <c:pt idx="4">
                  <c:v>48.6</c:v>
                </c:pt>
                <c:pt idx="5">
                  <c:v>44.9</c:v>
                </c:pt>
                <c:pt idx="6">
                  <c:v>43.8</c:v>
                </c:pt>
                <c:pt idx="7">
                  <c:v>32.9</c:v>
                </c:pt>
                <c:pt idx="8">
                  <c:v>26.7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1.2</c:v>
                </c:pt>
                <c:pt idx="5">
                  <c:v>3.1</c:v>
                </c:pt>
                <c:pt idx="6">
                  <c:v>3.1</c:v>
                </c:pt>
                <c:pt idx="7">
                  <c:v>3.5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3.3</c:v>
                </c:pt>
                <c:pt idx="1">
                  <c:v>3.2</c:v>
                </c:pt>
                <c:pt idx="2">
                  <c:v>3.1</c:v>
                </c:pt>
                <c:pt idx="3">
                  <c:v>3.1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4.7</c:v>
                </c:pt>
                <c:pt idx="1">
                  <c:v>4.6</c:v>
                </c:pt>
                <c:pt idx="2">
                  <c:v>4.5</c:v>
                </c:pt>
                <c:pt idx="3">
                  <c:v>4.5</c:v>
                </c:pt>
                <c:pt idx="4">
                  <c:v>4.0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2.2</c:v>
                </c:pt>
                <c:pt idx="5">
                  <c:v>9.8</c:v>
                </c:pt>
                <c:pt idx="6">
                  <c:v>10.1</c:v>
                </c:pt>
                <c:pt idx="7">
                  <c:v>16.6</c:v>
                </c:pt>
                <c:pt idx="8">
                  <c:v>16.7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36.0</c:v>
                </c:pt>
                <c:pt idx="2">
                  <c:v>35.7</c:v>
                </c:pt>
                <c:pt idx="3">
                  <c:v>41.1</c:v>
                </c:pt>
                <c:pt idx="4">
                  <c:v>37.6</c:v>
                </c:pt>
                <c:pt idx="5">
                  <c:v>38.3</c:v>
                </c:pt>
                <c:pt idx="6">
                  <c:v>37.1</c:v>
                </c:pt>
                <c:pt idx="7">
                  <c:v>39.5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54.3</c:v>
                </c:pt>
                <c:pt idx="2">
                  <c:v>54.6</c:v>
                </c:pt>
                <c:pt idx="3">
                  <c:v>49.4</c:v>
                </c:pt>
                <c:pt idx="4">
                  <c:v>46.0</c:v>
                </c:pt>
                <c:pt idx="5">
                  <c:v>45.3</c:v>
                </c:pt>
                <c:pt idx="6">
                  <c:v>43.7</c:v>
                </c:pt>
                <c:pt idx="7">
                  <c:v>42.0</c:v>
                </c:pt>
                <c:pt idx="8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1.2</c:v>
                </c:pt>
                <c:pt idx="4">
                  <c:v>2.6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3.1</c:v>
                </c:pt>
                <c:pt idx="3">
                  <c:v>2.7</c:v>
                </c:pt>
                <c:pt idx="4">
                  <c:v>2.4</c:v>
                </c:pt>
                <c:pt idx="5">
                  <c:v>2.3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4.4</c:v>
                </c:pt>
                <c:pt idx="1">
                  <c:v>4.2</c:v>
                </c:pt>
                <c:pt idx="2">
                  <c:v>4.2</c:v>
                </c:pt>
                <c:pt idx="3">
                  <c:v>3.7</c:v>
                </c:pt>
                <c:pt idx="4">
                  <c:v>3.2</c:v>
                </c:pt>
                <c:pt idx="5">
                  <c:v>3.1</c:v>
                </c:pt>
                <c:pt idx="6">
                  <c:v>3.0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2.3</c:v>
                </c:pt>
                <c:pt idx="3">
                  <c:v>2.0</c:v>
                </c:pt>
                <c:pt idx="4">
                  <c:v>8.3</c:v>
                </c:pt>
                <c:pt idx="5">
                  <c:v>8.4</c:v>
                </c:pt>
                <c:pt idx="6">
                  <c:v>11.6</c:v>
                </c:pt>
                <c:pt idx="7">
                  <c:v>11.2</c:v>
                </c:pt>
                <c:pt idx="8">
                  <c:v>11.1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46.6</c:v>
                </c:pt>
                <c:pt idx="2">
                  <c:v>47.2</c:v>
                </c:pt>
                <c:pt idx="3">
                  <c:v>46.2</c:v>
                </c:pt>
                <c:pt idx="4">
                  <c:v>47.2</c:v>
                </c:pt>
                <c:pt idx="5">
                  <c:v>47.2</c:v>
                </c:pt>
                <c:pt idx="6">
                  <c:v>45.9</c:v>
                </c:pt>
                <c:pt idx="7">
                  <c:v>46.6</c:v>
                </c:pt>
                <c:pt idx="8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46.2</c:v>
                </c:pt>
                <c:pt idx="1">
                  <c:v>45.8</c:v>
                </c:pt>
                <c:pt idx="2">
                  <c:v>44.8</c:v>
                </c:pt>
                <c:pt idx="3">
                  <c:v>43.9</c:v>
                </c:pt>
                <c:pt idx="4">
                  <c:v>42.1</c:v>
                </c:pt>
                <c:pt idx="5">
                  <c:v>41.9</c:v>
                </c:pt>
                <c:pt idx="6">
                  <c:v>41.5</c:v>
                </c:pt>
                <c:pt idx="7">
                  <c:v>40.3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4.9</c:v>
                </c:pt>
                <c:pt idx="2">
                  <c:v>5.5</c:v>
                </c:pt>
                <c:pt idx="3">
                  <c:v>7.4</c:v>
                </c:pt>
                <c:pt idx="4">
                  <c:v>7.9</c:v>
                </c:pt>
                <c:pt idx="5">
                  <c:v>7.6</c:v>
                </c:pt>
                <c:pt idx="6">
                  <c:v>8.0</c:v>
                </c:pt>
                <c:pt idx="7">
                  <c:v>8.4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1.4</c:v>
                </c:pt>
                <c:pt idx="5">
                  <c:v>1.9</c:v>
                </c:pt>
                <c:pt idx="6">
                  <c:v>3.0</c:v>
                </c:pt>
                <c:pt idx="7">
                  <c:v>3.1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47.0</c:v>
                </c:pt>
                <c:pt idx="1">
                  <c:v>47.5</c:v>
                </c:pt>
                <c:pt idx="2">
                  <c:v>46.7</c:v>
                </c:pt>
                <c:pt idx="3">
                  <c:v>47.5</c:v>
                </c:pt>
                <c:pt idx="4">
                  <c:v>47.5</c:v>
                </c:pt>
                <c:pt idx="5">
                  <c:v>46.6</c:v>
                </c:pt>
                <c:pt idx="6">
                  <c:v>46.9</c:v>
                </c:pt>
                <c:pt idx="7">
                  <c:v>46.9</c:v>
                </c:pt>
                <c:pt idx="8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43.7</c:v>
                </c:pt>
                <c:pt idx="1">
                  <c:v>43.2</c:v>
                </c:pt>
                <c:pt idx="2">
                  <c:v>42.7</c:v>
                </c:pt>
                <c:pt idx="3">
                  <c:v>41.6</c:v>
                </c:pt>
                <c:pt idx="4">
                  <c:v>41.5</c:v>
                </c:pt>
                <c:pt idx="5">
                  <c:v>41.2</c:v>
                </c:pt>
                <c:pt idx="6">
                  <c:v>40.5</c:v>
                </c:pt>
                <c:pt idx="7">
                  <c:v>40.3</c:v>
                </c:pt>
                <c:pt idx="8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5.8</c:v>
                </c:pt>
                <c:pt idx="1">
                  <c:v>6.2</c:v>
                </c:pt>
                <c:pt idx="2">
                  <c:v>7.6</c:v>
                </c:pt>
                <c:pt idx="3">
                  <c:v>7.8</c:v>
                </c:pt>
                <c:pt idx="4">
                  <c:v>7.5</c:v>
                </c:pt>
                <c:pt idx="5">
                  <c:v>7.7</c:v>
                </c:pt>
                <c:pt idx="6">
                  <c:v>8.0</c:v>
                </c:pt>
                <c:pt idx="7">
                  <c:v>7.9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1.3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1.2</c:v>
                </c:pt>
                <c:pt idx="3">
                  <c:v>1.4</c:v>
                </c:pt>
                <c:pt idx="4">
                  <c:v>1.8</c:v>
                </c:pt>
                <c:pt idx="5">
                  <c:v>2.7</c:v>
                </c:pt>
                <c:pt idx="6">
                  <c:v>2.8</c:v>
                </c:pt>
                <c:pt idx="7">
                  <c:v>3.1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50.4</c:v>
                </c:pt>
                <c:pt idx="1">
                  <c:v>51.0</c:v>
                </c:pt>
                <c:pt idx="2">
                  <c:v>48.8</c:v>
                </c:pt>
                <c:pt idx="3">
                  <c:v>50.0</c:v>
                </c:pt>
                <c:pt idx="4">
                  <c:v>48.1</c:v>
                </c:pt>
                <c:pt idx="5">
                  <c:v>46.2</c:v>
                </c:pt>
                <c:pt idx="6">
                  <c:v>47.4</c:v>
                </c:pt>
                <c:pt idx="7">
                  <c:v>44.6</c:v>
                </c:pt>
                <c:pt idx="8">
                  <c:v>44.6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32.3</c:v>
                </c:pt>
                <c:pt idx="1">
                  <c:v>29.4</c:v>
                </c:pt>
                <c:pt idx="2">
                  <c:v>30.4</c:v>
                </c:pt>
                <c:pt idx="3">
                  <c:v>29.8</c:v>
                </c:pt>
                <c:pt idx="4">
                  <c:v>30.3</c:v>
                </c:pt>
                <c:pt idx="5">
                  <c:v>29.4</c:v>
                </c:pt>
                <c:pt idx="6">
                  <c:v>26.9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9.5</c:v>
                </c:pt>
                <c:pt idx="1">
                  <c:v>9.5</c:v>
                </c:pt>
                <c:pt idx="2">
                  <c:v>11.2</c:v>
                </c:pt>
                <c:pt idx="3">
                  <c:v>10.9</c:v>
                </c:pt>
                <c:pt idx="4">
                  <c:v>10.7</c:v>
                </c:pt>
                <c:pt idx="5">
                  <c:v>11.3</c:v>
                </c:pt>
                <c:pt idx="6">
                  <c:v>12.2</c:v>
                </c:pt>
                <c:pt idx="7">
                  <c:v>12.2</c:v>
                </c:pt>
                <c:pt idx="8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2.1</c:v>
                </c:pt>
                <c:pt idx="1">
                  <c:v>2.2</c:v>
                </c:pt>
                <c:pt idx="2">
                  <c:v>2.2</c:v>
                </c:pt>
                <c:pt idx="3">
                  <c:v>2.2</c:v>
                </c:pt>
                <c:pt idx="4">
                  <c:v>2.1</c:v>
                </c:pt>
                <c:pt idx="5">
                  <c:v>2.8</c:v>
                </c:pt>
                <c:pt idx="6">
                  <c:v>3.1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3.1</c:v>
                </c:pt>
                <c:pt idx="5">
                  <c:v>2.8</c:v>
                </c:pt>
                <c:pt idx="6">
                  <c:v>3.0</c:v>
                </c:pt>
                <c:pt idx="7">
                  <c:v>3.1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4.3</c:v>
                </c:pt>
                <c:pt idx="1">
                  <c:v>4.3</c:v>
                </c:pt>
                <c:pt idx="2">
                  <c:v>4.0</c:v>
                </c:pt>
                <c:pt idx="3">
                  <c:v>3.8</c:v>
                </c:pt>
                <c:pt idx="4">
                  <c:v>5.7</c:v>
                </c:pt>
                <c:pt idx="5">
                  <c:v>7.5</c:v>
                </c:pt>
                <c:pt idx="6">
                  <c:v>7.5</c:v>
                </c:pt>
                <c:pt idx="7">
                  <c:v>8.0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51.3</c:v>
                </c:pt>
                <c:pt idx="1">
                  <c:v>49.9</c:v>
                </c:pt>
                <c:pt idx="2">
                  <c:v>50.6</c:v>
                </c:pt>
                <c:pt idx="3">
                  <c:v>49.4</c:v>
                </c:pt>
                <c:pt idx="4">
                  <c:v>48.0</c:v>
                </c:pt>
                <c:pt idx="5">
                  <c:v>48.0</c:v>
                </c:pt>
                <c:pt idx="6">
                  <c:v>47.1</c:v>
                </c:pt>
                <c:pt idx="7">
                  <c:v>47.1</c:v>
                </c:pt>
                <c:pt idx="8">
                  <c:v>48.4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34.1</c:v>
                </c:pt>
                <c:pt idx="1">
                  <c:v>34.9</c:v>
                </c:pt>
                <c:pt idx="2">
                  <c:v>34.5</c:v>
                </c:pt>
                <c:pt idx="3">
                  <c:v>34.5</c:v>
                </c:pt>
                <c:pt idx="4">
                  <c:v>33.5</c:v>
                </c:pt>
                <c:pt idx="5">
                  <c:v>32.6</c:v>
                </c:pt>
                <c:pt idx="6">
                  <c:v>32.5</c:v>
                </c:pt>
                <c:pt idx="7">
                  <c:v>32.4</c:v>
                </c:pt>
                <c:pt idx="8">
                  <c:v>31.8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7.7</c:v>
                </c:pt>
                <c:pt idx="1">
                  <c:v>8.6</c:v>
                </c:pt>
                <c:pt idx="2">
                  <c:v>8.5</c:v>
                </c:pt>
                <c:pt idx="3">
                  <c:v>8.5</c:v>
                </c:pt>
                <c:pt idx="4">
                  <c:v>9.1</c:v>
                </c:pt>
                <c:pt idx="5">
                  <c:v>9.6</c:v>
                </c:pt>
                <c:pt idx="6">
                  <c:v>9.6</c:v>
                </c:pt>
                <c:pt idx="7">
                  <c:v>9.5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1.5</c:v>
                </c:pt>
                <c:pt idx="3">
                  <c:v>1.5</c:v>
                </c:pt>
                <c:pt idx="4">
                  <c:v>2.1</c:v>
                </c:pt>
                <c:pt idx="5">
                  <c:v>2.2</c:v>
                </c:pt>
                <c:pt idx="6">
                  <c:v>2.8</c:v>
                </c:pt>
                <c:pt idx="7">
                  <c:v>2.7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2.0</c:v>
                </c:pt>
                <c:pt idx="3">
                  <c:v>1.9</c:v>
                </c:pt>
                <c:pt idx="4">
                  <c:v>1.9</c:v>
                </c:pt>
                <c:pt idx="5">
                  <c:v>2.0</c:v>
                </c:pt>
                <c:pt idx="6">
                  <c:v>2.1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3.0</c:v>
                </c:pt>
                <c:pt idx="2">
                  <c:v>2.9</c:v>
                </c:pt>
                <c:pt idx="3">
                  <c:v>4.2</c:v>
                </c:pt>
                <c:pt idx="4">
                  <c:v>5.5</c:v>
                </c:pt>
                <c:pt idx="5">
                  <c:v>5.7</c:v>
                </c:pt>
                <c:pt idx="6">
                  <c:v>6.0</c:v>
                </c:pt>
                <c:pt idx="7">
                  <c:v>6.3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46.5</c:v>
                </c:pt>
                <c:pt idx="3">
                  <c:v>44.8</c:v>
                </c:pt>
                <c:pt idx="4">
                  <c:v>43.9</c:v>
                </c:pt>
                <c:pt idx="5">
                  <c:v>44.5</c:v>
                </c:pt>
                <c:pt idx="6">
                  <c:v>42.4</c:v>
                </c:pt>
                <c:pt idx="7">
                  <c:v>42.3</c:v>
                </c:pt>
                <c:pt idx="8">
                  <c:v>42.9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47.1</c:v>
                </c:pt>
                <c:pt idx="2">
                  <c:v>47.1</c:v>
                </c:pt>
                <c:pt idx="3">
                  <c:v>48.9</c:v>
                </c:pt>
                <c:pt idx="4">
                  <c:v>49.3</c:v>
                </c:pt>
                <c:pt idx="5">
                  <c:v>48.9</c:v>
                </c:pt>
                <c:pt idx="6">
                  <c:v>48.6</c:v>
                </c:pt>
                <c:pt idx="7">
                  <c:v>47.3</c:v>
                </c:pt>
                <c:pt idx="8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2.3</c:v>
                </c:pt>
                <c:pt idx="2">
                  <c:v>2.7</c:v>
                </c:pt>
                <c:pt idx="3">
                  <c:v>2.9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2.7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1.0</c:v>
                </c:pt>
                <c:pt idx="5">
                  <c:v>1.0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0.4</c:v>
                </c:pt>
                <c:pt idx="6">
                  <c:v>0.4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1.7</c:v>
                </c:pt>
                <c:pt idx="2">
                  <c:v>2.4</c:v>
                </c:pt>
                <c:pt idx="3">
                  <c:v>2.2</c:v>
                </c:pt>
                <c:pt idx="4">
                  <c:v>2.4</c:v>
                </c:pt>
                <c:pt idx="5">
                  <c:v>2.3</c:v>
                </c:pt>
                <c:pt idx="6">
                  <c:v>3.5</c:v>
                </c:pt>
                <c:pt idx="7">
                  <c:v>5.4</c:v>
                </c:pt>
                <c:pt idx="8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39.7</c:v>
                </c:pt>
                <c:pt idx="1">
                  <c:v>39.6</c:v>
                </c:pt>
                <c:pt idx="2">
                  <c:v>38.8</c:v>
                </c:pt>
                <c:pt idx="3">
                  <c:v>38.3</c:v>
                </c:pt>
                <c:pt idx="4">
                  <c:v>38.0</c:v>
                </c:pt>
                <c:pt idx="5">
                  <c:v>37.8</c:v>
                </c:pt>
                <c:pt idx="6">
                  <c:v>37.7</c:v>
                </c:pt>
                <c:pt idx="7">
                  <c:v>38.0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53.6</c:v>
                </c:pt>
                <c:pt idx="1">
                  <c:v>53.0</c:v>
                </c:pt>
                <c:pt idx="2">
                  <c:v>53.9</c:v>
                </c:pt>
                <c:pt idx="3">
                  <c:v>54.2</c:v>
                </c:pt>
                <c:pt idx="4">
                  <c:v>54.3</c:v>
                </c:pt>
                <c:pt idx="5">
                  <c:v>53.2</c:v>
                </c:pt>
                <c:pt idx="6">
                  <c:v>52.2</c:v>
                </c:pt>
                <c:pt idx="7">
                  <c:v>51.9</c:v>
                </c:pt>
                <c:pt idx="8">
                  <c:v>51.8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2.1</c:v>
                </c:pt>
                <c:pt idx="1">
                  <c:v>2.4</c:v>
                </c:pt>
                <c:pt idx="2">
                  <c:v>2.6</c:v>
                </c:pt>
                <c:pt idx="3">
                  <c:v>2.5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0.9</c:v>
                </c:pt>
                <c:pt idx="4">
                  <c:v>0.9</c:v>
                </c:pt>
                <c:pt idx="5">
                  <c:v>1.7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3.6</c:v>
                </c:pt>
                <c:pt idx="2">
                  <c:v>3.3</c:v>
                </c:pt>
                <c:pt idx="3">
                  <c:v>3.4</c:v>
                </c:pt>
                <c:pt idx="4">
                  <c:v>3.7</c:v>
                </c:pt>
                <c:pt idx="5">
                  <c:v>4.3</c:v>
                </c:pt>
                <c:pt idx="6">
                  <c:v>5.5</c:v>
                </c:pt>
                <c:pt idx="7">
                  <c:v>5.5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53.4</c:v>
                </c:pt>
                <c:pt idx="1">
                  <c:v>52.7</c:v>
                </c:pt>
                <c:pt idx="2">
                  <c:v>50.6</c:v>
                </c:pt>
                <c:pt idx="3">
                  <c:v>50.1</c:v>
                </c:pt>
                <c:pt idx="4">
                  <c:v>44.0</c:v>
                </c:pt>
                <c:pt idx="5">
                  <c:v>45.3</c:v>
                </c:pt>
                <c:pt idx="6">
                  <c:v>47.2</c:v>
                </c:pt>
                <c:pt idx="7">
                  <c:v>50.5</c:v>
                </c:pt>
                <c:pt idx="8">
                  <c:v>50.8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40.6</c:v>
                </c:pt>
                <c:pt idx="1">
                  <c:v>41.7</c:v>
                </c:pt>
                <c:pt idx="2">
                  <c:v>43.6</c:v>
                </c:pt>
                <c:pt idx="3">
                  <c:v>43.2</c:v>
                </c:pt>
                <c:pt idx="4">
                  <c:v>37.9</c:v>
                </c:pt>
                <c:pt idx="5">
                  <c:v>35.3</c:v>
                </c:pt>
                <c:pt idx="6">
                  <c:v>33.5</c:v>
                </c:pt>
                <c:pt idx="7">
                  <c:v>31.3</c:v>
                </c:pt>
                <c:pt idx="8">
                  <c:v>31.2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3.0</c:v>
                </c:pt>
                <c:pt idx="2">
                  <c:v>3.2</c:v>
                </c:pt>
                <c:pt idx="3">
                  <c:v>3.8</c:v>
                </c:pt>
                <c:pt idx="4">
                  <c:v>5.6</c:v>
                </c:pt>
                <c:pt idx="5">
                  <c:v>5.0</c:v>
                </c:pt>
                <c:pt idx="6">
                  <c:v>4.7</c:v>
                </c:pt>
                <c:pt idx="7">
                  <c:v>4.4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0.8</c:v>
                </c:pt>
                <c:pt idx="4">
                  <c:v>0.7</c:v>
                </c:pt>
                <c:pt idx="5">
                  <c:v>0.5</c:v>
                </c:pt>
                <c:pt idx="6">
                  <c:v>0.5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0.2</c:v>
                </c:pt>
                <c:pt idx="4">
                  <c:v>0.3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2.3</c:v>
                </c:pt>
                <c:pt idx="3">
                  <c:v>1.9</c:v>
                </c:pt>
                <c:pt idx="4">
                  <c:v>11.5</c:v>
                </c:pt>
                <c:pt idx="5">
                  <c:v>13.7</c:v>
                </c:pt>
                <c:pt idx="6">
                  <c:v>13.8</c:v>
                </c:pt>
                <c:pt idx="7">
                  <c:v>12.7</c:v>
                </c:pt>
                <c:pt idx="8">
                  <c:v>12.5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49.7</c:v>
                </c:pt>
                <c:pt idx="1">
                  <c:v>49.6</c:v>
                </c:pt>
                <c:pt idx="2">
                  <c:v>49.4</c:v>
                </c:pt>
                <c:pt idx="3">
                  <c:v>45.7</c:v>
                </c:pt>
                <c:pt idx="4">
                  <c:v>46.8</c:v>
                </c:pt>
                <c:pt idx="5">
                  <c:v>48.4</c:v>
                </c:pt>
                <c:pt idx="6">
                  <c:v>50.2</c:v>
                </c:pt>
                <c:pt idx="7">
                  <c:v>50.4</c:v>
                </c:pt>
                <c:pt idx="8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43.7</c:v>
                </c:pt>
                <c:pt idx="1">
                  <c:v>43.9</c:v>
                </c:pt>
                <c:pt idx="2">
                  <c:v>43.6</c:v>
                </c:pt>
                <c:pt idx="3">
                  <c:v>40.2</c:v>
                </c:pt>
                <c:pt idx="4">
                  <c:v>37.8</c:v>
                </c:pt>
                <c:pt idx="5">
                  <c:v>36.4</c:v>
                </c:pt>
                <c:pt idx="6">
                  <c:v>35.2</c:v>
                </c:pt>
                <c:pt idx="7">
                  <c:v>35.3</c:v>
                </c:pt>
                <c:pt idx="8">
                  <c:v>35.0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3.1</c:v>
                </c:pt>
                <c:pt idx="3">
                  <c:v>4.4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3.6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0.1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3.6</c:v>
                </c:pt>
                <c:pt idx="1">
                  <c:v>3.6</c:v>
                </c:pt>
                <c:pt idx="2">
                  <c:v>3.2</c:v>
                </c:pt>
                <c:pt idx="3">
                  <c:v>9.1</c:v>
                </c:pt>
                <c:pt idx="4">
                  <c:v>10.9</c:v>
                </c:pt>
                <c:pt idx="5">
                  <c:v>10.9</c:v>
                </c:pt>
                <c:pt idx="6">
                  <c:v>10.2</c:v>
                </c:pt>
                <c:pt idx="7">
                  <c:v>10.1</c:v>
                </c:pt>
                <c:pt idx="8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55.8</c:v>
                </c:pt>
                <c:pt idx="1">
                  <c:v>55.0</c:v>
                </c:pt>
                <c:pt idx="2">
                  <c:v>54.9</c:v>
                </c:pt>
                <c:pt idx="3">
                  <c:v>53.2</c:v>
                </c:pt>
                <c:pt idx="4">
                  <c:v>51.7</c:v>
                </c:pt>
                <c:pt idx="5">
                  <c:v>51.6</c:v>
                </c:pt>
                <c:pt idx="6">
                  <c:v>52.7</c:v>
                </c:pt>
                <c:pt idx="7">
                  <c:v>53.8</c:v>
                </c:pt>
                <c:pt idx="8">
                  <c:v>52.3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36.1</c:v>
                </c:pt>
                <c:pt idx="1">
                  <c:v>37.5</c:v>
                </c:pt>
                <c:pt idx="2">
                  <c:v>37.7</c:v>
                </c:pt>
                <c:pt idx="3">
                  <c:v>39.3</c:v>
                </c:pt>
                <c:pt idx="4">
                  <c:v>37.9</c:v>
                </c:pt>
                <c:pt idx="5">
                  <c:v>36.4</c:v>
                </c:pt>
                <c:pt idx="6">
                  <c:v>34.7</c:v>
                </c:pt>
                <c:pt idx="7">
                  <c:v>33.2</c:v>
                </c:pt>
                <c:pt idx="8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2.9</c:v>
                </c:pt>
                <c:pt idx="2">
                  <c:v>3.1</c:v>
                </c:pt>
                <c:pt idx="3">
                  <c:v>3.3</c:v>
                </c:pt>
                <c:pt idx="4">
                  <c:v>3.6</c:v>
                </c:pt>
                <c:pt idx="5">
                  <c:v>3.4</c:v>
                </c:pt>
                <c:pt idx="6">
                  <c:v>3.6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2.6</c:v>
                </c:pt>
                <c:pt idx="1">
                  <c:v>2.6</c:v>
                </c:pt>
                <c:pt idx="2">
                  <c:v>2.4</c:v>
                </c:pt>
                <c:pt idx="3">
                  <c:v>2.3</c:v>
                </c:pt>
                <c:pt idx="4">
                  <c:v>3.8</c:v>
                </c:pt>
                <c:pt idx="5">
                  <c:v>3.7</c:v>
                </c:pt>
                <c:pt idx="6">
                  <c:v>3.2</c:v>
                </c:pt>
                <c:pt idx="7">
                  <c:v>3.3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1.2</c:v>
                </c:pt>
                <c:pt idx="5">
                  <c:v>1.2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1.7</c:v>
                </c:pt>
                <c:pt idx="5">
                  <c:v>3.7</c:v>
                </c:pt>
                <c:pt idx="6">
                  <c:v>5.3</c:v>
                </c:pt>
                <c:pt idx="7">
                  <c:v>5.4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59.7</c:v>
                </c:pt>
                <c:pt idx="1">
                  <c:v>59.5</c:v>
                </c:pt>
                <c:pt idx="2">
                  <c:v>59.2</c:v>
                </c:pt>
                <c:pt idx="3">
                  <c:v>58.0</c:v>
                </c:pt>
                <c:pt idx="4">
                  <c:v>57.3</c:v>
                </c:pt>
                <c:pt idx="5">
                  <c:v>57.3</c:v>
                </c:pt>
                <c:pt idx="6">
                  <c:v>57.3</c:v>
                </c:pt>
                <c:pt idx="7">
                  <c:v>57.4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32.8</c:v>
                </c:pt>
                <c:pt idx="1">
                  <c:v>33.1</c:v>
                </c:pt>
                <c:pt idx="2">
                  <c:v>33.6</c:v>
                </c:pt>
                <c:pt idx="3">
                  <c:v>33.6</c:v>
                </c:pt>
                <c:pt idx="4">
                  <c:v>33.4</c:v>
                </c:pt>
                <c:pt idx="5">
                  <c:v>32.8</c:v>
                </c:pt>
                <c:pt idx="6">
                  <c:v>33.0</c:v>
                </c:pt>
                <c:pt idx="7">
                  <c:v>32.9</c:v>
                </c:pt>
                <c:pt idx="8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3.9</c:v>
                </c:pt>
                <c:pt idx="2">
                  <c:v>3.9</c:v>
                </c:pt>
                <c:pt idx="3">
                  <c:v>3.9</c:v>
                </c:pt>
                <c:pt idx="4">
                  <c:v>3.9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1.9</c:v>
                </c:pt>
                <c:pt idx="3">
                  <c:v>2.6</c:v>
                </c:pt>
                <c:pt idx="4">
                  <c:v>2.6</c:v>
                </c:pt>
                <c:pt idx="5">
                  <c:v>2.5</c:v>
                </c:pt>
                <c:pt idx="6">
                  <c:v>2.5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1.2</c:v>
                </c:pt>
                <c:pt idx="4">
                  <c:v>2.2</c:v>
                </c:pt>
                <c:pt idx="5">
                  <c:v>2.8</c:v>
                </c:pt>
                <c:pt idx="6">
                  <c:v>2.8</c:v>
                </c:pt>
                <c:pt idx="7">
                  <c:v>2.8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46.4</c:v>
                </c:pt>
                <c:pt idx="2">
                  <c:v>45.9</c:v>
                </c:pt>
                <c:pt idx="3">
                  <c:v>46.4</c:v>
                </c:pt>
                <c:pt idx="4">
                  <c:v>44.8</c:v>
                </c:pt>
                <c:pt idx="5">
                  <c:v>44.9</c:v>
                </c:pt>
                <c:pt idx="6">
                  <c:v>44.8</c:v>
                </c:pt>
                <c:pt idx="7">
                  <c:v>44.5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26.5</c:v>
                </c:pt>
                <c:pt idx="1">
                  <c:v>28.9</c:v>
                </c:pt>
                <c:pt idx="2">
                  <c:v>30.7</c:v>
                </c:pt>
                <c:pt idx="3">
                  <c:v>30.7</c:v>
                </c:pt>
                <c:pt idx="4">
                  <c:v>30.9</c:v>
                </c:pt>
                <c:pt idx="5">
                  <c:v>30.0</c:v>
                </c:pt>
                <c:pt idx="6">
                  <c:v>30.3</c:v>
                </c:pt>
                <c:pt idx="7">
                  <c:v>29.6</c:v>
                </c:pt>
                <c:pt idx="8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5.6</c:v>
                </c:pt>
                <c:pt idx="2">
                  <c:v>5.3</c:v>
                </c:pt>
                <c:pt idx="3">
                  <c:v>5.2</c:v>
                </c:pt>
                <c:pt idx="4">
                  <c:v>4.9</c:v>
                </c:pt>
                <c:pt idx="5">
                  <c:v>5.0</c:v>
                </c:pt>
                <c:pt idx="6">
                  <c:v>4.7</c:v>
                </c:pt>
                <c:pt idx="7">
                  <c:v>5.2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18.1</c:v>
                </c:pt>
                <c:pt idx="1">
                  <c:v>16.8</c:v>
                </c:pt>
                <c:pt idx="2">
                  <c:v>15.6</c:v>
                </c:pt>
                <c:pt idx="3">
                  <c:v>15.4</c:v>
                </c:pt>
                <c:pt idx="4">
                  <c:v>14.9</c:v>
                </c:pt>
                <c:pt idx="5">
                  <c:v>15.8</c:v>
                </c:pt>
                <c:pt idx="6">
                  <c:v>15.4</c:v>
                </c:pt>
                <c:pt idx="7">
                  <c:v>15.6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1.7</c:v>
                </c:pt>
                <c:pt idx="3">
                  <c:v>1.5</c:v>
                </c:pt>
                <c:pt idx="4">
                  <c:v>3.8</c:v>
                </c:pt>
                <c:pt idx="5">
                  <c:v>3.6</c:v>
                </c:pt>
                <c:pt idx="6">
                  <c:v>4.1</c:v>
                </c:pt>
                <c:pt idx="7">
                  <c:v>4.3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49.5</c:v>
                </c:pt>
                <c:pt idx="1">
                  <c:v>48.6</c:v>
                </c:pt>
                <c:pt idx="2">
                  <c:v>49.3</c:v>
                </c:pt>
                <c:pt idx="3">
                  <c:v>48.0</c:v>
                </c:pt>
                <c:pt idx="4">
                  <c:v>47.6</c:v>
                </c:pt>
                <c:pt idx="5">
                  <c:v>47.4</c:v>
                </c:pt>
                <c:pt idx="6">
                  <c:v>47.0</c:v>
                </c:pt>
                <c:pt idx="7">
                  <c:v>46.9</c:v>
                </c:pt>
                <c:pt idx="8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28.8</c:v>
                </c:pt>
                <c:pt idx="1">
                  <c:v>29.8</c:v>
                </c:pt>
                <c:pt idx="2">
                  <c:v>29.3</c:v>
                </c:pt>
                <c:pt idx="3">
                  <c:v>29.4</c:v>
                </c:pt>
                <c:pt idx="4">
                  <c:v>29.3</c:v>
                </c:pt>
                <c:pt idx="5">
                  <c:v>29.4</c:v>
                </c:pt>
                <c:pt idx="6">
                  <c:v>29.3</c:v>
                </c:pt>
                <c:pt idx="7">
                  <c:v>29.4</c:v>
                </c:pt>
                <c:pt idx="8">
                  <c:v>29.3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5.0</c:v>
                </c:pt>
                <c:pt idx="2">
                  <c:v>4.8</c:v>
                </c:pt>
                <c:pt idx="3">
                  <c:v>4.6</c:v>
                </c:pt>
                <c:pt idx="4">
                  <c:v>4.7</c:v>
                </c:pt>
                <c:pt idx="5">
                  <c:v>4.6</c:v>
                </c:pt>
                <c:pt idx="6">
                  <c:v>4.8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15.0</c:v>
                </c:pt>
                <c:pt idx="1">
                  <c:v>14.3</c:v>
                </c:pt>
                <c:pt idx="2">
                  <c:v>14.5</c:v>
                </c:pt>
                <c:pt idx="3">
                  <c:v>14.3</c:v>
                </c:pt>
                <c:pt idx="4">
                  <c:v>15.0</c:v>
                </c:pt>
                <c:pt idx="5">
                  <c:v>14.7</c:v>
                </c:pt>
                <c:pt idx="6">
                  <c:v>14.8</c:v>
                </c:pt>
                <c:pt idx="7">
                  <c:v>14.8</c:v>
                </c:pt>
                <c:pt idx="8">
                  <c:v>14.6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1.3</c:v>
                </c:pt>
                <c:pt idx="1">
                  <c:v>1.5</c:v>
                </c:pt>
                <c:pt idx="2">
                  <c:v>1.4</c:v>
                </c:pt>
                <c:pt idx="3">
                  <c:v>3.0</c:v>
                </c:pt>
                <c:pt idx="4">
                  <c:v>2.9</c:v>
                </c:pt>
                <c:pt idx="5">
                  <c:v>3.3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56.4</c:v>
                </c:pt>
                <c:pt idx="1">
                  <c:v>56.1</c:v>
                </c:pt>
                <c:pt idx="2">
                  <c:v>55.7</c:v>
                </c:pt>
                <c:pt idx="3">
                  <c:v>56.1</c:v>
                </c:pt>
                <c:pt idx="4">
                  <c:v>53.4</c:v>
                </c:pt>
                <c:pt idx="5">
                  <c:v>52.2</c:v>
                </c:pt>
                <c:pt idx="6">
                  <c:v>52.4</c:v>
                </c:pt>
                <c:pt idx="7">
                  <c:v>51.8</c:v>
                </c:pt>
                <c:pt idx="8">
                  <c:v>52.4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19.2</c:v>
                </c:pt>
                <c:pt idx="1">
                  <c:v>19.3</c:v>
                </c:pt>
                <c:pt idx="2">
                  <c:v>20.8</c:v>
                </c:pt>
                <c:pt idx="3">
                  <c:v>21.4</c:v>
                </c:pt>
                <c:pt idx="4">
                  <c:v>22.6</c:v>
                </c:pt>
                <c:pt idx="5">
                  <c:v>23.6</c:v>
                </c:pt>
                <c:pt idx="6">
                  <c:v>23.4</c:v>
                </c:pt>
                <c:pt idx="7">
                  <c:v>23.8</c:v>
                </c:pt>
                <c:pt idx="8">
                  <c:v>23.9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4.2</c:v>
                </c:pt>
                <c:pt idx="1">
                  <c:v>4.5</c:v>
                </c:pt>
                <c:pt idx="2">
                  <c:v>4.3</c:v>
                </c:pt>
                <c:pt idx="3">
                  <c:v>4.0</c:v>
                </c:pt>
                <c:pt idx="4">
                  <c:v>3.9</c:v>
                </c:pt>
                <c:pt idx="5">
                  <c:v>3.8</c:v>
                </c:pt>
                <c:pt idx="6">
                  <c:v>3.8</c:v>
                </c:pt>
                <c:pt idx="7">
                  <c:v>3.6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13.4</c:v>
                </c:pt>
                <c:pt idx="1">
                  <c:v>13.7</c:v>
                </c:pt>
                <c:pt idx="2">
                  <c:v>12.2</c:v>
                </c:pt>
                <c:pt idx="3">
                  <c:v>11.9</c:v>
                </c:pt>
                <c:pt idx="4">
                  <c:v>12.4</c:v>
                </c:pt>
                <c:pt idx="5">
                  <c:v>12.4</c:v>
                </c:pt>
                <c:pt idx="6">
                  <c:v>12.3</c:v>
                </c:pt>
                <c:pt idx="7">
                  <c:v>12.3</c:v>
                </c:pt>
                <c:pt idx="8">
                  <c:v>11.9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0.8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6.1</c:v>
                </c:pt>
                <c:pt idx="3">
                  <c:v>5.6</c:v>
                </c:pt>
                <c:pt idx="4">
                  <c:v>6.7</c:v>
                </c:pt>
                <c:pt idx="5">
                  <c:v>7.1</c:v>
                </c:pt>
                <c:pt idx="6">
                  <c:v>7.1</c:v>
                </c:pt>
                <c:pt idx="7">
                  <c:v>7.5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56.5</c:v>
                </c:pt>
                <c:pt idx="1">
                  <c:v>56.1</c:v>
                </c:pt>
                <c:pt idx="2">
                  <c:v>56.0</c:v>
                </c:pt>
                <c:pt idx="3">
                  <c:v>54.9</c:v>
                </c:pt>
                <c:pt idx="4">
                  <c:v>54.4</c:v>
                </c:pt>
                <c:pt idx="5">
                  <c:v>54.5</c:v>
                </c:pt>
                <c:pt idx="6">
                  <c:v>53.9</c:v>
                </c:pt>
                <c:pt idx="7">
                  <c:v>54.1</c:v>
                </c:pt>
                <c:pt idx="8">
                  <c:v>54.1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18.7</c:v>
                </c:pt>
                <c:pt idx="1">
                  <c:v>19.4</c:v>
                </c:pt>
                <c:pt idx="2">
                  <c:v>20.1</c:v>
                </c:pt>
                <c:pt idx="3">
                  <c:v>20.4</c:v>
                </c:pt>
                <c:pt idx="4">
                  <c:v>20.9</c:v>
                </c:pt>
                <c:pt idx="5">
                  <c:v>21.0</c:v>
                </c:pt>
                <c:pt idx="6">
                  <c:v>21.5</c:v>
                </c:pt>
                <c:pt idx="7">
                  <c:v>21.4</c:v>
                </c:pt>
                <c:pt idx="8">
                  <c:v>21.6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3.7</c:v>
                </c:pt>
                <c:pt idx="3">
                  <c:v>3.7</c:v>
                </c:pt>
                <c:pt idx="4">
                  <c:v>3.6</c:v>
                </c:pt>
                <c:pt idx="5">
                  <c:v>3.6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13.9</c:v>
                </c:pt>
                <c:pt idx="1">
                  <c:v>13.6</c:v>
                </c:pt>
                <c:pt idx="2">
                  <c:v>13.3</c:v>
                </c:pt>
                <c:pt idx="3">
                  <c:v>13.4</c:v>
                </c:pt>
                <c:pt idx="4">
                  <c:v>13.3</c:v>
                </c:pt>
                <c:pt idx="5">
                  <c:v>13.2</c:v>
                </c:pt>
                <c:pt idx="6">
                  <c:v>13.0</c:v>
                </c:pt>
                <c:pt idx="7">
                  <c:v>12.8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6.3</c:v>
                </c:pt>
                <c:pt idx="2">
                  <c:v>6.1</c:v>
                </c:pt>
                <c:pt idx="3">
                  <c:v>6.7</c:v>
                </c:pt>
                <c:pt idx="4">
                  <c:v>7.0</c:v>
                </c:pt>
                <c:pt idx="5">
                  <c:v>7.0</c:v>
                </c:pt>
                <c:pt idx="6">
                  <c:v>7.3</c:v>
                </c:pt>
                <c:pt idx="7">
                  <c:v>7.4</c:v>
                </c:pt>
                <c:pt idx="8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40.3</c:v>
                </c:pt>
                <c:pt idx="1">
                  <c:v>41.0</c:v>
                </c:pt>
                <c:pt idx="2">
                  <c:v>41.9</c:v>
                </c:pt>
                <c:pt idx="3">
                  <c:v>40.7</c:v>
                </c:pt>
                <c:pt idx="4">
                  <c:v>40.8</c:v>
                </c:pt>
                <c:pt idx="5">
                  <c:v>40.0</c:v>
                </c:pt>
                <c:pt idx="6">
                  <c:v>38.6</c:v>
                </c:pt>
                <c:pt idx="7">
                  <c:v>38.7</c:v>
                </c:pt>
                <c:pt idx="8">
                  <c:v>38.8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47.1</c:v>
                </c:pt>
                <c:pt idx="1">
                  <c:v>46.4</c:v>
                </c:pt>
                <c:pt idx="2">
                  <c:v>44.9</c:v>
                </c:pt>
                <c:pt idx="3">
                  <c:v>46.1</c:v>
                </c:pt>
                <c:pt idx="4">
                  <c:v>44.3</c:v>
                </c:pt>
                <c:pt idx="5">
                  <c:v>44.0</c:v>
                </c:pt>
                <c:pt idx="6">
                  <c:v>45.7</c:v>
                </c:pt>
                <c:pt idx="7">
                  <c:v>45.8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3.5</c:v>
                </c:pt>
                <c:pt idx="2">
                  <c:v>3.9</c:v>
                </c:pt>
                <c:pt idx="3">
                  <c:v>3.9</c:v>
                </c:pt>
                <c:pt idx="4">
                  <c:v>4.0</c:v>
                </c:pt>
                <c:pt idx="5">
                  <c:v>4.4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2.9</c:v>
                </c:pt>
                <c:pt idx="2">
                  <c:v>2.9</c:v>
                </c:pt>
                <c:pt idx="3">
                  <c:v>2.6</c:v>
                </c:pt>
                <c:pt idx="4">
                  <c:v>3.0</c:v>
                </c:pt>
                <c:pt idx="5">
                  <c:v>3.0</c:v>
                </c:pt>
                <c:pt idx="6">
                  <c:v>2.8</c:v>
                </c:pt>
                <c:pt idx="7">
                  <c:v>2.8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1.5</c:v>
                </c:pt>
                <c:pt idx="3">
                  <c:v>1.6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5.1</c:v>
                </c:pt>
                <c:pt idx="1">
                  <c:v>4.7</c:v>
                </c:pt>
                <c:pt idx="2">
                  <c:v>4.8</c:v>
                </c:pt>
                <c:pt idx="3">
                  <c:v>5.1</c:v>
                </c:pt>
                <c:pt idx="4">
                  <c:v>6.4</c:v>
                </c:pt>
                <c:pt idx="5">
                  <c:v>7.2</c:v>
                </c:pt>
                <c:pt idx="6">
                  <c:v>7.4</c:v>
                </c:pt>
                <c:pt idx="7">
                  <c:v>7.4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41.2</c:v>
                </c:pt>
                <c:pt idx="1">
                  <c:v>42.6</c:v>
                </c:pt>
                <c:pt idx="2">
                  <c:v>41.6</c:v>
                </c:pt>
                <c:pt idx="3">
                  <c:v>41.7</c:v>
                </c:pt>
                <c:pt idx="4">
                  <c:v>40.9</c:v>
                </c:pt>
                <c:pt idx="5">
                  <c:v>39.6</c:v>
                </c:pt>
                <c:pt idx="6">
                  <c:v>39.5</c:v>
                </c:pt>
                <c:pt idx="7">
                  <c:v>39.7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45.9</c:v>
                </c:pt>
                <c:pt idx="1">
                  <c:v>44.1</c:v>
                </c:pt>
                <c:pt idx="2">
                  <c:v>45.2</c:v>
                </c:pt>
                <c:pt idx="3">
                  <c:v>43.8</c:v>
                </c:pt>
                <c:pt idx="4">
                  <c:v>43.6</c:v>
                </c:pt>
                <c:pt idx="5">
                  <c:v>45.0</c:v>
                </c:pt>
                <c:pt idx="6">
                  <c:v>45.3</c:v>
                </c:pt>
                <c:pt idx="7">
                  <c:v>45.2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4.0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2.5</c:v>
                </c:pt>
                <c:pt idx="2">
                  <c:v>2.3</c:v>
                </c:pt>
                <c:pt idx="3">
                  <c:v>2.7</c:v>
                </c:pt>
                <c:pt idx="4">
                  <c:v>2.8</c:v>
                </c:pt>
                <c:pt idx="5">
                  <c:v>2.6</c:v>
                </c:pt>
                <c:pt idx="6">
                  <c:v>2.6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5.2</c:v>
                </c:pt>
                <c:pt idx="1">
                  <c:v>5.3</c:v>
                </c:pt>
                <c:pt idx="2">
                  <c:v>5.4</c:v>
                </c:pt>
                <c:pt idx="3">
                  <c:v>6.5</c:v>
                </c:pt>
                <c:pt idx="4">
                  <c:v>7.1</c:v>
                </c:pt>
                <c:pt idx="5">
                  <c:v>7.2</c:v>
                </c:pt>
                <c:pt idx="6">
                  <c:v>7.2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48.9</c:v>
                </c:pt>
                <c:pt idx="1">
                  <c:v>48.1</c:v>
                </c:pt>
                <c:pt idx="2">
                  <c:v>47.3</c:v>
                </c:pt>
                <c:pt idx="3">
                  <c:v>47.3</c:v>
                </c:pt>
                <c:pt idx="4">
                  <c:v>46.9</c:v>
                </c:pt>
                <c:pt idx="5">
                  <c:v>45.9</c:v>
                </c:pt>
                <c:pt idx="6">
                  <c:v>45.4</c:v>
                </c:pt>
                <c:pt idx="7">
                  <c:v>45.5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37.8</c:v>
                </c:pt>
                <c:pt idx="1">
                  <c:v>37.9</c:v>
                </c:pt>
                <c:pt idx="2">
                  <c:v>38.1</c:v>
                </c:pt>
                <c:pt idx="3">
                  <c:v>38.0</c:v>
                </c:pt>
                <c:pt idx="4">
                  <c:v>37.6</c:v>
                </c:pt>
                <c:pt idx="5">
                  <c:v>37.0</c:v>
                </c:pt>
                <c:pt idx="6">
                  <c:v>37.4</c:v>
                </c:pt>
                <c:pt idx="7">
                  <c:v>36.7</c:v>
                </c:pt>
                <c:pt idx="8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6.7</c:v>
                </c:pt>
                <c:pt idx="1">
                  <c:v>6.9</c:v>
                </c:pt>
                <c:pt idx="2">
                  <c:v>7.5</c:v>
                </c:pt>
                <c:pt idx="3">
                  <c:v>7.9</c:v>
                </c:pt>
                <c:pt idx="4">
                  <c:v>7.9</c:v>
                </c:pt>
                <c:pt idx="5">
                  <c:v>9.0</c:v>
                </c:pt>
                <c:pt idx="6">
                  <c:v>8.9</c:v>
                </c:pt>
                <c:pt idx="7">
                  <c:v>8.8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2.5</c:v>
                </c:pt>
                <c:pt idx="2">
                  <c:v>2.4</c:v>
                </c:pt>
                <c:pt idx="3">
                  <c:v>2.2</c:v>
                </c:pt>
                <c:pt idx="4">
                  <c:v>2.1</c:v>
                </c:pt>
                <c:pt idx="5">
                  <c:v>2.3</c:v>
                </c:pt>
                <c:pt idx="6">
                  <c:v>2.3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1.1</c:v>
                </c:pt>
                <c:pt idx="3">
                  <c:v>1.3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3.6</c:v>
                </c:pt>
                <c:pt idx="2">
                  <c:v>3.5</c:v>
                </c:pt>
                <c:pt idx="3">
                  <c:v>3.4</c:v>
                </c:pt>
                <c:pt idx="4">
                  <c:v>4.1</c:v>
                </c:pt>
                <c:pt idx="5">
                  <c:v>4.6</c:v>
                </c:pt>
                <c:pt idx="6">
                  <c:v>4.7</c:v>
                </c:pt>
                <c:pt idx="7">
                  <c:v>5.5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48.1</c:v>
                </c:pt>
                <c:pt idx="2">
                  <c:v>47.9</c:v>
                </c:pt>
                <c:pt idx="3">
                  <c:v>47.4</c:v>
                </c:pt>
                <c:pt idx="4">
                  <c:v>46.5</c:v>
                </c:pt>
                <c:pt idx="5">
                  <c:v>46.2</c:v>
                </c:pt>
                <c:pt idx="6">
                  <c:v>46.1</c:v>
                </c:pt>
                <c:pt idx="7">
                  <c:v>46.2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38.1</c:v>
                </c:pt>
                <c:pt idx="2">
                  <c:v>38.3</c:v>
                </c:pt>
                <c:pt idx="3">
                  <c:v>38.3</c:v>
                </c:pt>
                <c:pt idx="4">
                  <c:v>38.1</c:v>
                </c:pt>
                <c:pt idx="5">
                  <c:v>38.1</c:v>
                </c:pt>
                <c:pt idx="6">
                  <c:v>37.8</c:v>
                </c:pt>
                <c:pt idx="7">
                  <c:v>37.7</c:v>
                </c:pt>
                <c:pt idx="8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6.7</c:v>
                </c:pt>
                <c:pt idx="1">
                  <c:v>7.1</c:v>
                </c:pt>
                <c:pt idx="2">
                  <c:v>7.3</c:v>
                </c:pt>
                <c:pt idx="3">
                  <c:v>7.3</c:v>
                </c:pt>
                <c:pt idx="4">
                  <c:v>8.0</c:v>
                </c:pt>
                <c:pt idx="5">
                  <c:v>8.3</c:v>
                </c:pt>
                <c:pt idx="6">
                  <c:v>8.2</c:v>
                </c:pt>
                <c:pt idx="7">
                  <c:v>8.0</c:v>
                </c:pt>
                <c:pt idx="8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2.2</c:v>
                </c:pt>
                <c:pt idx="3">
                  <c:v>2.1</c:v>
                </c:pt>
                <c:pt idx="4">
                  <c:v>2.2</c:v>
                </c:pt>
                <c:pt idx="5">
                  <c:v>2.2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3.5</c:v>
                </c:pt>
                <c:pt idx="4">
                  <c:v>3.9</c:v>
                </c:pt>
                <c:pt idx="5">
                  <c:v>4.0</c:v>
                </c:pt>
                <c:pt idx="6">
                  <c:v>4.6</c:v>
                </c:pt>
                <c:pt idx="7">
                  <c:v>4.7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45.2</c:v>
                </c:pt>
                <c:pt idx="1">
                  <c:v>45.7</c:v>
                </c:pt>
                <c:pt idx="2">
                  <c:v>46.4</c:v>
                </c:pt>
                <c:pt idx="3">
                  <c:v>45.0</c:v>
                </c:pt>
                <c:pt idx="4">
                  <c:v>45.5</c:v>
                </c:pt>
                <c:pt idx="5">
                  <c:v>44.9</c:v>
                </c:pt>
                <c:pt idx="6">
                  <c:v>44.3</c:v>
                </c:pt>
                <c:pt idx="7">
                  <c:v>44.2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44.1</c:v>
                </c:pt>
                <c:pt idx="1">
                  <c:v>43.9</c:v>
                </c:pt>
                <c:pt idx="2">
                  <c:v>43.3</c:v>
                </c:pt>
                <c:pt idx="3">
                  <c:v>44.1</c:v>
                </c:pt>
                <c:pt idx="4">
                  <c:v>43.3</c:v>
                </c:pt>
                <c:pt idx="5">
                  <c:v>44.1</c:v>
                </c:pt>
                <c:pt idx="6">
                  <c:v>44.2</c:v>
                </c:pt>
                <c:pt idx="7">
                  <c:v>44.1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4.8</c:v>
                </c:pt>
                <c:pt idx="2">
                  <c:v>5.3</c:v>
                </c:pt>
                <c:pt idx="3">
                  <c:v>6.0</c:v>
                </c:pt>
                <c:pt idx="4">
                  <c:v>5.8</c:v>
                </c:pt>
                <c:pt idx="5">
                  <c:v>5.8</c:v>
                </c:pt>
                <c:pt idx="6">
                  <c:v>5.8</c:v>
                </c:pt>
                <c:pt idx="7">
                  <c:v>5.9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2.4</c:v>
                </c:pt>
                <c:pt idx="2">
                  <c:v>2.1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2.5</c:v>
                </c:pt>
                <c:pt idx="7">
                  <c:v>2.4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2.1</c:v>
                </c:pt>
                <c:pt idx="3">
                  <c:v>1.9</c:v>
                </c:pt>
                <c:pt idx="4">
                  <c:v>2.3</c:v>
                </c:pt>
                <c:pt idx="5">
                  <c:v>2.2</c:v>
                </c:pt>
                <c:pt idx="6">
                  <c:v>2.6</c:v>
                </c:pt>
                <c:pt idx="7">
                  <c:v>2.8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46.9</c:v>
                </c:pt>
                <c:pt idx="2">
                  <c:v>45.9</c:v>
                </c:pt>
                <c:pt idx="3">
                  <c:v>46.3</c:v>
                </c:pt>
                <c:pt idx="4">
                  <c:v>45.9</c:v>
                </c:pt>
                <c:pt idx="5">
                  <c:v>45.9</c:v>
                </c:pt>
                <c:pt idx="6">
                  <c:v>45.9</c:v>
                </c:pt>
                <c:pt idx="7">
                  <c:v>46.1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42.5</c:v>
                </c:pt>
                <c:pt idx="2">
                  <c:v>43.1</c:v>
                </c:pt>
                <c:pt idx="3">
                  <c:v>42.7</c:v>
                </c:pt>
                <c:pt idx="4">
                  <c:v>43.2</c:v>
                </c:pt>
                <c:pt idx="5">
                  <c:v>43.2</c:v>
                </c:pt>
                <c:pt idx="6">
                  <c:v>43.2</c:v>
                </c:pt>
                <c:pt idx="7">
                  <c:v>43.1</c:v>
                </c:pt>
                <c:pt idx="8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6.8</c:v>
                </c:pt>
                <c:pt idx="3">
                  <c:v>6.5</c:v>
                </c:pt>
                <c:pt idx="4">
                  <c:v>6.4</c:v>
                </c:pt>
                <c:pt idx="5">
                  <c:v>6.3</c:v>
                </c:pt>
                <c:pt idx="6">
                  <c:v>6.3</c:v>
                </c:pt>
                <c:pt idx="7">
                  <c:v>6.2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2.0</c:v>
                </c:pt>
                <c:pt idx="3">
                  <c:v>2.1</c:v>
                </c:pt>
                <c:pt idx="4">
                  <c:v>2.1</c:v>
                </c:pt>
                <c:pt idx="5">
                  <c:v>2.0</c:v>
                </c:pt>
                <c:pt idx="6">
                  <c:v>2.0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0.9</c:v>
                </c:pt>
                <c:pt idx="2">
                  <c:v>0.8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1.7</c:v>
                </c:pt>
                <c:pt idx="4">
                  <c:v>1.6</c:v>
                </c:pt>
                <c:pt idx="5">
                  <c:v>1.9</c:v>
                </c:pt>
                <c:pt idx="6">
                  <c:v>2.0</c:v>
                </c:pt>
                <c:pt idx="7">
                  <c:v>2.0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46.3</c:v>
                </c:pt>
                <c:pt idx="2">
                  <c:v>45.5</c:v>
                </c:pt>
                <c:pt idx="3">
                  <c:v>45.6</c:v>
                </c:pt>
                <c:pt idx="4">
                  <c:v>44.7</c:v>
                </c:pt>
                <c:pt idx="5">
                  <c:v>44.6</c:v>
                </c:pt>
                <c:pt idx="6">
                  <c:v>45.3</c:v>
                </c:pt>
                <c:pt idx="7">
                  <c:v>44.1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48.0</c:v>
                </c:pt>
                <c:pt idx="1">
                  <c:v>48.3</c:v>
                </c:pt>
                <c:pt idx="2">
                  <c:v>48.9</c:v>
                </c:pt>
                <c:pt idx="3">
                  <c:v>49.1</c:v>
                </c:pt>
                <c:pt idx="4">
                  <c:v>48.1</c:v>
                </c:pt>
                <c:pt idx="5">
                  <c:v>46.8</c:v>
                </c:pt>
                <c:pt idx="6">
                  <c:v>45.1</c:v>
                </c:pt>
                <c:pt idx="7">
                  <c:v>46.2</c:v>
                </c:pt>
                <c:pt idx="8">
                  <c:v>46.3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3.6</c:v>
                </c:pt>
                <c:pt idx="3">
                  <c:v>3.3</c:v>
                </c:pt>
                <c:pt idx="4">
                  <c:v>4.3</c:v>
                </c:pt>
                <c:pt idx="5">
                  <c:v>4.6</c:v>
                </c:pt>
                <c:pt idx="6">
                  <c:v>4.6</c:v>
                </c:pt>
                <c:pt idx="7">
                  <c:v>4.5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1.1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1.5</c:v>
                </c:pt>
                <c:pt idx="5">
                  <c:v>2.6</c:v>
                </c:pt>
                <c:pt idx="6">
                  <c:v>3.3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48.0</c:v>
                </c:pt>
                <c:pt idx="1">
                  <c:v>47.2</c:v>
                </c:pt>
                <c:pt idx="2">
                  <c:v>47.3</c:v>
                </c:pt>
                <c:pt idx="3">
                  <c:v>46.6</c:v>
                </c:pt>
                <c:pt idx="4">
                  <c:v>46.3</c:v>
                </c:pt>
                <c:pt idx="5">
                  <c:v>46.7</c:v>
                </c:pt>
                <c:pt idx="6">
                  <c:v>45.6</c:v>
                </c:pt>
                <c:pt idx="7">
                  <c:v>45.5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46.0</c:v>
                </c:pt>
                <c:pt idx="1">
                  <c:v>46.7</c:v>
                </c:pt>
                <c:pt idx="2">
                  <c:v>46.6</c:v>
                </c:pt>
                <c:pt idx="3">
                  <c:v>46.0</c:v>
                </c:pt>
                <c:pt idx="4">
                  <c:v>45.4</c:v>
                </c:pt>
                <c:pt idx="5">
                  <c:v>44.1</c:v>
                </c:pt>
                <c:pt idx="6">
                  <c:v>45.3</c:v>
                </c:pt>
                <c:pt idx="7">
                  <c:v>45.4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4.1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0.9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1.5</c:v>
                </c:pt>
                <c:pt idx="1">
                  <c:v>1.3</c:v>
                </c:pt>
                <c:pt idx="2">
                  <c:v>1.4</c:v>
                </c:pt>
                <c:pt idx="3">
                  <c:v>1.9</c:v>
                </c:pt>
                <c:pt idx="4">
                  <c:v>2.8</c:v>
                </c:pt>
                <c:pt idx="5">
                  <c:v>3.3</c:v>
                </c:pt>
                <c:pt idx="6">
                  <c:v>3.4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51.7</c:v>
                </c:pt>
                <c:pt idx="2">
                  <c:v>51.9</c:v>
                </c:pt>
                <c:pt idx="3">
                  <c:v>52.3</c:v>
                </c:pt>
                <c:pt idx="4">
                  <c:v>50.6</c:v>
                </c:pt>
                <c:pt idx="5">
                  <c:v>49.8</c:v>
                </c:pt>
                <c:pt idx="6">
                  <c:v>50.2</c:v>
                </c:pt>
                <c:pt idx="7">
                  <c:v>49.5</c:v>
                </c:pt>
                <c:pt idx="8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37.6</c:v>
                </c:pt>
                <c:pt idx="1">
                  <c:v>38.2</c:v>
                </c:pt>
                <c:pt idx="2">
                  <c:v>38.4</c:v>
                </c:pt>
                <c:pt idx="3">
                  <c:v>38.0</c:v>
                </c:pt>
                <c:pt idx="4">
                  <c:v>37.2</c:v>
                </c:pt>
                <c:pt idx="5">
                  <c:v>36.9</c:v>
                </c:pt>
                <c:pt idx="6">
                  <c:v>35.6</c:v>
                </c:pt>
                <c:pt idx="7">
                  <c:v>34.4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5.8</c:v>
                </c:pt>
                <c:pt idx="1">
                  <c:v>5.5</c:v>
                </c:pt>
                <c:pt idx="2">
                  <c:v>5.0</c:v>
                </c:pt>
                <c:pt idx="3">
                  <c:v>5.0</c:v>
                </c:pt>
                <c:pt idx="4">
                  <c:v>5.1</c:v>
                </c:pt>
                <c:pt idx="5">
                  <c:v>4.7</c:v>
                </c:pt>
                <c:pt idx="6">
                  <c:v>4.1</c:v>
                </c:pt>
                <c:pt idx="7">
                  <c:v>4.9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1.8</c:v>
                </c:pt>
                <c:pt idx="3">
                  <c:v>1.7</c:v>
                </c:pt>
                <c:pt idx="4">
                  <c:v>1.5</c:v>
                </c:pt>
                <c:pt idx="5">
                  <c:v>1.9</c:v>
                </c:pt>
                <c:pt idx="6">
                  <c:v>1.8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1.3</c:v>
                </c:pt>
                <c:pt idx="4">
                  <c:v>1.2</c:v>
                </c:pt>
                <c:pt idx="5">
                  <c:v>1.0</c:v>
                </c:pt>
                <c:pt idx="6">
                  <c:v>0.8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2.0</c:v>
                </c:pt>
                <c:pt idx="3">
                  <c:v>1.7</c:v>
                </c:pt>
                <c:pt idx="4">
                  <c:v>4.4</c:v>
                </c:pt>
                <c:pt idx="5">
                  <c:v>5.7</c:v>
                </c:pt>
                <c:pt idx="6">
                  <c:v>7.4</c:v>
                </c:pt>
                <c:pt idx="7">
                  <c:v>8.5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47.3</c:v>
                </c:pt>
                <c:pt idx="1">
                  <c:v>47.8</c:v>
                </c:pt>
                <c:pt idx="2">
                  <c:v>48.3</c:v>
                </c:pt>
                <c:pt idx="3">
                  <c:v>47.9</c:v>
                </c:pt>
                <c:pt idx="4">
                  <c:v>47.8</c:v>
                </c:pt>
                <c:pt idx="5">
                  <c:v>48.3</c:v>
                </c:pt>
                <c:pt idx="6">
                  <c:v>48.0</c:v>
                </c:pt>
                <c:pt idx="7">
                  <c:v>47.9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41.0</c:v>
                </c:pt>
                <c:pt idx="1">
                  <c:v>40.6</c:v>
                </c:pt>
                <c:pt idx="2">
                  <c:v>40.1</c:v>
                </c:pt>
                <c:pt idx="3">
                  <c:v>39.6</c:v>
                </c:pt>
                <c:pt idx="4">
                  <c:v>39.3</c:v>
                </c:pt>
                <c:pt idx="5">
                  <c:v>38.2</c:v>
                </c:pt>
                <c:pt idx="6">
                  <c:v>37.7</c:v>
                </c:pt>
                <c:pt idx="7">
                  <c:v>37.9</c:v>
                </c:pt>
                <c:pt idx="8">
                  <c:v>37.9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6.4</c:v>
                </c:pt>
                <c:pt idx="2">
                  <c:v>6.4</c:v>
                </c:pt>
                <c:pt idx="3">
                  <c:v>6.3</c:v>
                </c:pt>
                <c:pt idx="4">
                  <c:v>6.0</c:v>
                </c:pt>
                <c:pt idx="5">
                  <c:v>5.6</c:v>
                </c:pt>
                <c:pt idx="6">
                  <c:v>5.9</c:v>
                </c:pt>
                <c:pt idx="7">
                  <c:v>5.8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1.9</c:v>
                </c:pt>
                <c:pt idx="2">
                  <c:v>1.8</c:v>
                </c:pt>
                <c:pt idx="3">
                  <c:v>1.8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0.5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2.8</c:v>
                </c:pt>
                <c:pt idx="1">
                  <c:v>2.8</c:v>
                </c:pt>
                <c:pt idx="2">
                  <c:v>2.7</c:v>
                </c:pt>
                <c:pt idx="3">
                  <c:v>3.8</c:v>
                </c:pt>
                <c:pt idx="4">
                  <c:v>4.4</c:v>
                </c:pt>
                <c:pt idx="5">
                  <c:v>5.5</c:v>
                </c:pt>
                <c:pt idx="6">
                  <c:v>6.0</c:v>
                </c:pt>
                <c:pt idx="7">
                  <c:v>6.1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43.0</c:v>
                </c:pt>
                <c:pt idx="2">
                  <c:v>43.1</c:v>
                </c:pt>
                <c:pt idx="3">
                  <c:v>42.7</c:v>
                </c:pt>
                <c:pt idx="4">
                  <c:v>42.2</c:v>
                </c:pt>
                <c:pt idx="5">
                  <c:v>42.5</c:v>
                </c:pt>
                <c:pt idx="6">
                  <c:v>42.2</c:v>
                </c:pt>
                <c:pt idx="7">
                  <c:v>42.4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50.2</c:v>
                </c:pt>
                <c:pt idx="1">
                  <c:v>50.7</c:v>
                </c:pt>
                <c:pt idx="2">
                  <c:v>51.2</c:v>
                </c:pt>
                <c:pt idx="3">
                  <c:v>51.7</c:v>
                </c:pt>
                <c:pt idx="4">
                  <c:v>51.3</c:v>
                </c:pt>
                <c:pt idx="5">
                  <c:v>50.3</c:v>
                </c:pt>
                <c:pt idx="6">
                  <c:v>49.7</c:v>
                </c:pt>
                <c:pt idx="7">
                  <c:v>48.7</c:v>
                </c:pt>
                <c:pt idx="8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2.9</c:v>
                </c:pt>
                <c:pt idx="5">
                  <c:v>3.1</c:v>
                </c:pt>
                <c:pt idx="6">
                  <c:v>3.3</c:v>
                </c:pt>
                <c:pt idx="7">
                  <c:v>3.4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1.3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0.3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1.4</c:v>
                </c:pt>
                <c:pt idx="3">
                  <c:v>1.2</c:v>
                </c:pt>
                <c:pt idx="4">
                  <c:v>2.0</c:v>
                </c:pt>
                <c:pt idx="5">
                  <c:v>2.5</c:v>
                </c:pt>
                <c:pt idx="6">
                  <c:v>3.1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40.2</c:v>
                </c:pt>
                <c:pt idx="1">
                  <c:v>40.4</c:v>
                </c:pt>
                <c:pt idx="2">
                  <c:v>40.2</c:v>
                </c:pt>
                <c:pt idx="3">
                  <c:v>40.1</c:v>
                </c:pt>
                <c:pt idx="4">
                  <c:v>40.5</c:v>
                </c:pt>
                <c:pt idx="5">
                  <c:v>40.5</c:v>
                </c:pt>
                <c:pt idx="6">
                  <c:v>40.8</c:v>
                </c:pt>
                <c:pt idx="7">
                  <c:v>41.1</c:v>
                </c:pt>
                <c:pt idx="8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52.3</c:v>
                </c:pt>
                <c:pt idx="1">
                  <c:v>52.5</c:v>
                </c:pt>
                <c:pt idx="2">
                  <c:v>53.0</c:v>
                </c:pt>
                <c:pt idx="3">
                  <c:v>52.5</c:v>
                </c:pt>
                <c:pt idx="4">
                  <c:v>51.7</c:v>
                </c:pt>
                <c:pt idx="5">
                  <c:v>51.0</c:v>
                </c:pt>
                <c:pt idx="6">
                  <c:v>50.2</c:v>
                </c:pt>
                <c:pt idx="7">
                  <c:v>49.8</c:v>
                </c:pt>
                <c:pt idx="8">
                  <c:v>49.6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2.9</c:v>
                </c:pt>
                <c:pt idx="1">
                  <c:v>2.7</c:v>
                </c:pt>
                <c:pt idx="2">
                  <c:v>2.4</c:v>
                </c:pt>
                <c:pt idx="3">
                  <c:v>3.0</c:v>
                </c:pt>
                <c:pt idx="4">
                  <c:v>3.2</c:v>
                </c:pt>
                <c:pt idx="5">
                  <c:v>3.6</c:v>
                </c:pt>
                <c:pt idx="6">
                  <c:v>4.0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49.6</c:v>
                </c:pt>
                <c:pt idx="2">
                  <c:v>50.2</c:v>
                </c:pt>
                <c:pt idx="3">
                  <c:v>49.7</c:v>
                </c:pt>
                <c:pt idx="4">
                  <c:v>48.4</c:v>
                </c:pt>
                <c:pt idx="5">
                  <c:v>49.5</c:v>
                </c:pt>
                <c:pt idx="6">
                  <c:v>50.0</c:v>
                </c:pt>
                <c:pt idx="7">
                  <c:v>50.8</c:v>
                </c:pt>
                <c:pt idx="8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32.1</c:v>
                </c:pt>
                <c:pt idx="1">
                  <c:v>32.9</c:v>
                </c:pt>
                <c:pt idx="2">
                  <c:v>32.6</c:v>
                </c:pt>
                <c:pt idx="3">
                  <c:v>32.1</c:v>
                </c:pt>
                <c:pt idx="4">
                  <c:v>31.3</c:v>
                </c:pt>
                <c:pt idx="5">
                  <c:v>31.2</c:v>
                </c:pt>
                <c:pt idx="6">
                  <c:v>30.1</c:v>
                </c:pt>
                <c:pt idx="7">
                  <c:v>28.5</c:v>
                </c:pt>
                <c:pt idx="8">
                  <c:v>29.0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4.3</c:v>
                </c:pt>
                <c:pt idx="2">
                  <c:v>4.1</c:v>
                </c:pt>
                <c:pt idx="3">
                  <c:v>4.1</c:v>
                </c:pt>
                <c:pt idx="4">
                  <c:v>3.8</c:v>
                </c:pt>
                <c:pt idx="5">
                  <c:v>3.7</c:v>
                </c:pt>
                <c:pt idx="6">
                  <c:v>3.8</c:v>
                </c:pt>
                <c:pt idx="7">
                  <c:v>3.9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1.6</c:v>
                </c:pt>
                <c:pt idx="3">
                  <c:v>1.6</c:v>
                </c:pt>
                <c:pt idx="4">
                  <c:v>1.7</c:v>
                </c:pt>
                <c:pt idx="5">
                  <c:v>1.7</c:v>
                </c:pt>
                <c:pt idx="6">
                  <c:v>1.6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2.7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1.7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9.3</c:v>
                </c:pt>
                <c:pt idx="1">
                  <c:v>9.2</c:v>
                </c:pt>
                <c:pt idx="2">
                  <c:v>8.8</c:v>
                </c:pt>
                <c:pt idx="3">
                  <c:v>10.2</c:v>
                </c:pt>
                <c:pt idx="4">
                  <c:v>12.5</c:v>
                </c:pt>
                <c:pt idx="5">
                  <c:v>11.9</c:v>
                </c:pt>
                <c:pt idx="6">
                  <c:v>12.8</c:v>
                </c:pt>
                <c:pt idx="7">
                  <c:v>13.7</c:v>
                </c:pt>
                <c:pt idx="8">
                  <c:v>13.8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43.7</c:v>
                </c:pt>
                <c:pt idx="1">
                  <c:v>44.2</c:v>
                </c:pt>
                <c:pt idx="2">
                  <c:v>44.1</c:v>
                </c:pt>
                <c:pt idx="3">
                  <c:v>43.7</c:v>
                </c:pt>
                <c:pt idx="4">
                  <c:v>44.4</c:v>
                </c:pt>
                <c:pt idx="5">
                  <c:v>44.2</c:v>
                </c:pt>
                <c:pt idx="6">
                  <c:v>44.4</c:v>
                </c:pt>
                <c:pt idx="7">
                  <c:v>44.5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38.9</c:v>
                </c:pt>
                <c:pt idx="1">
                  <c:v>38.6</c:v>
                </c:pt>
                <c:pt idx="2">
                  <c:v>38.0</c:v>
                </c:pt>
                <c:pt idx="3">
                  <c:v>37.4</c:v>
                </c:pt>
                <c:pt idx="4">
                  <c:v>37.0</c:v>
                </c:pt>
                <c:pt idx="5">
                  <c:v>36.6</c:v>
                </c:pt>
                <c:pt idx="6">
                  <c:v>36.3</c:v>
                </c:pt>
                <c:pt idx="7">
                  <c:v>36.2</c:v>
                </c:pt>
                <c:pt idx="8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4.0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3.0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2.2</c:v>
                </c:pt>
                <c:pt idx="1">
                  <c:v>2.4</c:v>
                </c:pt>
                <c:pt idx="2">
                  <c:v>2.3</c:v>
                </c:pt>
                <c:pt idx="3">
                  <c:v>2.2</c:v>
                </c:pt>
                <c:pt idx="4">
                  <c:v>2.1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7.5</c:v>
                </c:pt>
                <c:pt idx="1">
                  <c:v>7.4</c:v>
                </c:pt>
                <c:pt idx="2">
                  <c:v>8.1</c:v>
                </c:pt>
                <c:pt idx="3">
                  <c:v>9.6</c:v>
                </c:pt>
                <c:pt idx="4">
                  <c:v>9.5</c:v>
                </c:pt>
                <c:pt idx="5">
                  <c:v>10.1</c:v>
                </c:pt>
                <c:pt idx="6">
                  <c:v>10.3</c:v>
                </c:pt>
                <c:pt idx="7">
                  <c:v>10.2</c:v>
                </c:pt>
                <c:pt idx="8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14th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90,889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14th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2,596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64,251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26,638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43,207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90,892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20,371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90,889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14,608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39,107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5,763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16,270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64,251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26,638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1,050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3,508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7,082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23,345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13,906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37,415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5,322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15,397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1,143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62,258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24,889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3,742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16,401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45,180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1,000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2,629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2,118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74,260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4,858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14,475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22,125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30,668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18,949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9,633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5,179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13,914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6,523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18,350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10,578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8,450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6,528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4,134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2,749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3,049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2,130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1,843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1,792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1,910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1,507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18,274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11,384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7,343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5,261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3,720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3,298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2,950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2,239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20,371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90,892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61,178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25,046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10,383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22,002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30,462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18,745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59,401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23,323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70,584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4,638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3,570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13,497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77,428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9,328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76,449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75,834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51.1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16.0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9.9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76,448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1,322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6,902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3,101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16,441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3,395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14,418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5,423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23,263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7,130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29,865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3,063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3,316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2,925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3,303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6,245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3,528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5,577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6,482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5,069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3,233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8,370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5,350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4,407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8,512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3,051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9,809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