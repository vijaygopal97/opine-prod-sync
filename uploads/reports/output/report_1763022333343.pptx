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ngesInfos/changesInfo1.xml" ContentType="application/vnd.ms-powerpoint.changesinfo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15.xml" ContentType="application/vnd.ms-office.chartcolorstyle+xml"/>
  <Override PartName="/ppt/charts/colors16.xml" ContentType="application/vnd.ms-office.chartcolorstyle+xml"/>
  <Override PartName="/ppt/charts/colors17.xml" ContentType="application/vnd.ms-office.chartcolorstyle+xml"/>
  <Override PartName="/ppt/charts/colors18.xml" ContentType="application/vnd.ms-office.chartcolorstyle+xml"/>
  <Override PartName="/ppt/charts/colors19.xml" ContentType="application/vnd.ms-office.chartcolorstyle+xml"/>
  <Override PartName="/ppt/charts/colors2.xml" ContentType="application/vnd.ms-office.chartcolorstyle+xml"/>
  <Override PartName="/ppt/charts/colors20.xml" ContentType="application/vnd.ms-office.chartcolorstyle+xml"/>
  <Override PartName="/ppt/charts/colors21.xml" ContentType="application/vnd.ms-office.chartcolorstyle+xml"/>
  <Override PartName="/ppt/charts/colors22.xml" ContentType="application/vnd.ms-office.chartcolorstyle+xml"/>
  <Override PartName="/ppt/charts/colors23.xml" ContentType="application/vnd.ms-office.chartcolorstyle+xml"/>
  <Override PartName="/ppt/charts/colors24.xml" ContentType="application/vnd.ms-office.chartcolorstyle+xml"/>
  <Override PartName="/ppt/charts/colors25.xml" ContentType="application/vnd.ms-office.chartcolorstyle+xml"/>
  <Override PartName="/ppt/charts/colors26.xml" ContentType="application/vnd.ms-office.chartcolorstyle+xml"/>
  <Override PartName="/ppt/charts/colors27.xml" ContentType="application/vnd.ms-office.chartcolorstyle+xml"/>
  <Override PartName="/ppt/charts/colors28.xml" ContentType="application/vnd.ms-office.chartcolorstyle+xml"/>
  <Override PartName="/ppt/charts/colors29.xml" ContentType="application/vnd.ms-office.chartcolorstyle+xml"/>
  <Override PartName="/ppt/charts/colors3.xml" ContentType="application/vnd.ms-office.chartcolorstyle+xml"/>
  <Override PartName="/ppt/charts/colors30.xml" ContentType="application/vnd.ms-office.chartcolorstyle+xml"/>
  <Override PartName="/ppt/charts/colors31.xml" ContentType="application/vnd.ms-office.chartcolorstyle+xml"/>
  <Override PartName="/ppt/charts/colors32.xml" ContentType="application/vnd.ms-office.chartcolorstyle+xml"/>
  <Override PartName="/ppt/charts/colors33.xml" ContentType="application/vnd.ms-office.chartcolorstyle+xml"/>
  <Override PartName="/ppt/charts/colors34.xml" ContentType="application/vnd.ms-office.chartcolorstyle+xml"/>
  <Override PartName="/ppt/charts/colors35.xml" ContentType="application/vnd.ms-office.chartcolorstyle+xml"/>
  <Override PartName="/ppt/charts/colors36.xml" ContentType="application/vnd.ms-office.chartcolorstyle+xml"/>
  <Override PartName="/ppt/charts/colors37.xml" ContentType="application/vnd.ms-office.chartcolorstyle+xml"/>
  <Override PartName="/ppt/charts/colors38.xml" ContentType="application/vnd.ms-office.chartcolorstyle+xml"/>
  <Override PartName="/ppt/charts/colors39.xml" ContentType="application/vnd.ms-office.chartcolorstyle+xml"/>
  <Override PartName="/ppt/charts/colors4.xml" ContentType="application/vnd.ms-office.chartcolorstyle+xml"/>
  <Override PartName="/ppt/charts/colors40.xml" ContentType="application/vnd.ms-office.chartcolorstyle+xml"/>
  <Override PartName="/ppt/charts/colors41.xml" ContentType="application/vnd.ms-office.chartcolorstyle+xml"/>
  <Override PartName="/ppt/charts/colors42.xml" ContentType="application/vnd.ms-office.chartcolorstyle+xml"/>
  <Override PartName="/ppt/charts/colors43.xml" ContentType="application/vnd.ms-office.chartcolorstyle+xml"/>
  <Override PartName="/ppt/charts/colors44.xml" ContentType="application/vnd.ms-office.chartcolorstyle+xml"/>
  <Override PartName="/ppt/charts/colors45.xml" ContentType="application/vnd.ms-office.chartcolorstyle+xml"/>
  <Override PartName="/ppt/charts/colors46.xml" ContentType="application/vnd.ms-office.chartcolorstyle+xml"/>
  <Override PartName="/ppt/charts/colors47.xml" ContentType="application/vnd.ms-office.chartcolorstyle+xml"/>
  <Override PartName="/ppt/charts/colors48.xml" ContentType="application/vnd.ms-office.chartcolorstyle+xml"/>
  <Override PartName="/ppt/charts/colors49.xml" ContentType="application/vnd.ms-office.chartcolorstyle+xml"/>
  <Override PartName="/ppt/charts/colors5.xml" ContentType="application/vnd.ms-office.chartcolorstyle+xml"/>
  <Override PartName="/ppt/charts/colors50.xml" ContentType="application/vnd.ms-office.chartcolorstyle+xml"/>
  <Override PartName="/ppt/charts/colors51.xml" ContentType="application/vnd.ms-office.chartcolorstyle+xml"/>
  <Override PartName="/ppt/charts/colors52.xml" ContentType="application/vnd.ms-office.chartcolorstyle+xml"/>
  <Override PartName="/ppt/charts/colors53.xml" ContentType="application/vnd.ms-office.chartcolorstyle+xml"/>
  <Override PartName="/ppt/charts/colors54.xml" ContentType="application/vnd.ms-office.chartcolorstyle+xml"/>
  <Override PartName="/ppt/charts/colors55.xml" ContentType="application/vnd.ms-office.chartcolorstyle+xml"/>
  <Override PartName="/ppt/charts/colors56.xml" ContentType="application/vnd.ms-office.chartcolorstyle+xml"/>
  <Override PartName="/ppt/charts/colors57.xml" ContentType="application/vnd.ms-office.chartcolorstyle+xml"/>
  <Override PartName="/ppt/charts/colors58.xml" ContentType="application/vnd.ms-office.chartcolorstyle+xml"/>
  <Override PartName="/ppt/charts/colors59.xml" ContentType="application/vnd.ms-office.chartcolorstyle+xml"/>
  <Override PartName="/ppt/charts/colors6.xml" ContentType="application/vnd.ms-office.chartcolorstyle+xml"/>
  <Override PartName="/ppt/charts/colors60.xml" ContentType="application/vnd.ms-office.chartcolorstyle+xml"/>
  <Override PartName="/ppt/charts/colors61.xml" ContentType="application/vnd.ms-office.chartcolorstyle+xml"/>
  <Override PartName="/ppt/charts/colors62.xml" ContentType="application/vnd.ms-office.chartcolorstyle+xml"/>
  <Override PartName="/ppt/charts/colors63.xml" ContentType="application/vnd.ms-office.chartcolorstyle+xml"/>
  <Override PartName="/ppt/charts/colors64.xml" ContentType="application/vnd.ms-office.chartcolorstyle+xml"/>
  <Override PartName="/ppt/charts/colors65.xml" ContentType="application/vnd.ms-office.chartcolorstyle+xml"/>
  <Override PartName="/ppt/charts/colors66.xml" ContentType="application/vnd.ms-office.chartcolorstyle+xml"/>
  <Override PartName="/ppt/charts/colors67.xml" ContentType="application/vnd.ms-office.chartcolorstyle+xml"/>
  <Override PartName="/ppt/charts/colors68.xml" ContentType="application/vnd.ms-office.chartcolorstyle+xml"/>
  <Override PartName="/ppt/charts/colors69.xml" ContentType="application/vnd.ms-office.chartcolorstyle+xml"/>
  <Override PartName="/ppt/charts/colors7.xml" ContentType="application/vnd.ms-office.chartcolorstyle+xml"/>
  <Override PartName="/ppt/charts/colors70.xml" ContentType="application/vnd.ms-office.chartcolorstyle+xml"/>
  <Override PartName="/ppt/charts/colors71.xml" ContentType="application/vnd.ms-office.chartcolorstyle+xml"/>
  <Override PartName="/ppt/charts/colors72.xml" ContentType="application/vnd.ms-office.chartcolorstyle+xml"/>
  <Override PartName="/ppt/charts/colors73.xml" ContentType="application/vnd.ms-office.chartcolorstyle+xml"/>
  <Override PartName="/ppt/charts/colors74.xml" ContentType="application/vnd.ms-office.chartcolorstyle+xml"/>
  <Override PartName="/ppt/charts/colors75.xml" ContentType="application/vnd.ms-office.chartcolorstyle+xml"/>
  <Override PartName="/ppt/charts/colors76.xml" ContentType="application/vnd.ms-office.chartcolorstyle+xml"/>
  <Override PartName="/ppt/charts/colors77.xml" ContentType="application/vnd.ms-office.chartcolorstyle+xml"/>
  <Override PartName="/ppt/charts/colors78.xml" ContentType="application/vnd.ms-office.chartcolorstyle+xml"/>
  <Override PartName="/ppt/charts/colors79.xml" ContentType="application/vnd.ms-office.chartcolorstyle+xml"/>
  <Override PartName="/ppt/charts/colors8.xml" ContentType="application/vnd.ms-office.chartcolorstyle+xml"/>
  <Override PartName="/ppt/charts/colors80.xml" ContentType="application/vnd.ms-office.chartcolorstyle+xml"/>
  <Override PartName="/ppt/charts/colors81.xml" ContentType="application/vnd.ms-office.chartcolorstyle+xml"/>
  <Override PartName="/ppt/charts/colors82.xml" ContentType="application/vnd.ms-office.chartcolorstyle+xml"/>
  <Override PartName="/ppt/charts/colors83.xml" ContentType="application/vnd.ms-office.chartcolorstyle+xml"/>
  <Override PartName="/ppt/charts/colors84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15.xml" ContentType="application/vnd.ms-office.chartstyle+xml"/>
  <Override PartName="/ppt/charts/style16.xml" ContentType="application/vnd.ms-office.chartstyle+xml"/>
  <Override PartName="/ppt/charts/style17.xml" ContentType="application/vnd.ms-office.chartstyle+xml"/>
  <Override PartName="/ppt/charts/style18.xml" ContentType="application/vnd.ms-office.chartstyle+xml"/>
  <Override PartName="/ppt/charts/style19.xml" ContentType="application/vnd.ms-office.chartstyle+xml"/>
  <Override PartName="/ppt/charts/style2.xml" ContentType="application/vnd.ms-office.chartstyle+xml"/>
  <Override PartName="/ppt/charts/style20.xml" ContentType="application/vnd.ms-office.chartstyle+xml"/>
  <Override PartName="/ppt/charts/style21.xml" ContentType="application/vnd.ms-office.chartstyle+xml"/>
  <Override PartName="/ppt/charts/style22.xml" ContentType="application/vnd.ms-office.chartstyle+xml"/>
  <Override PartName="/ppt/charts/style23.xml" ContentType="application/vnd.ms-office.chartstyle+xml"/>
  <Override PartName="/ppt/charts/style24.xml" ContentType="application/vnd.ms-office.chartstyle+xml"/>
  <Override PartName="/ppt/charts/style25.xml" ContentType="application/vnd.ms-office.chartstyle+xml"/>
  <Override PartName="/ppt/charts/style26.xml" ContentType="application/vnd.ms-office.chartstyle+xml"/>
  <Override PartName="/ppt/charts/style27.xml" ContentType="application/vnd.ms-office.chartstyle+xml"/>
  <Override PartName="/ppt/charts/style28.xml" ContentType="application/vnd.ms-office.chartstyle+xml"/>
  <Override PartName="/ppt/charts/style29.xml" ContentType="application/vnd.ms-office.chartstyle+xml"/>
  <Override PartName="/ppt/charts/style3.xml" ContentType="application/vnd.ms-office.chartstyle+xml"/>
  <Override PartName="/ppt/charts/style30.xml" ContentType="application/vnd.ms-office.chartstyle+xml"/>
  <Override PartName="/ppt/charts/style31.xml" ContentType="application/vnd.ms-office.chartstyle+xml"/>
  <Override PartName="/ppt/charts/style32.xml" ContentType="application/vnd.ms-office.chartstyle+xml"/>
  <Override PartName="/ppt/charts/style33.xml" ContentType="application/vnd.ms-office.chartstyle+xml"/>
  <Override PartName="/ppt/charts/style34.xml" ContentType="application/vnd.ms-office.chartstyle+xml"/>
  <Override PartName="/ppt/charts/style35.xml" ContentType="application/vnd.ms-office.chartstyle+xml"/>
  <Override PartName="/ppt/charts/style36.xml" ContentType="application/vnd.ms-office.chartstyle+xml"/>
  <Override PartName="/ppt/charts/style37.xml" ContentType="application/vnd.ms-office.chartstyle+xml"/>
  <Override PartName="/ppt/charts/style38.xml" ContentType="application/vnd.ms-office.chartstyle+xml"/>
  <Override PartName="/ppt/charts/style39.xml" ContentType="application/vnd.ms-office.chartstyle+xml"/>
  <Override PartName="/ppt/charts/style4.xml" ContentType="application/vnd.ms-office.chartstyle+xml"/>
  <Override PartName="/ppt/charts/style40.xml" ContentType="application/vnd.ms-office.chartstyle+xml"/>
  <Override PartName="/ppt/charts/style41.xml" ContentType="application/vnd.ms-office.chartstyle+xml"/>
  <Override PartName="/ppt/charts/style42.xml" ContentType="application/vnd.ms-office.chartstyle+xml"/>
  <Override PartName="/ppt/charts/style43.xml" ContentType="application/vnd.ms-office.chartstyle+xml"/>
  <Override PartName="/ppt/charts/style44.xml" ContentType="application/vnd.ms-office.chartstyle+xml"/>
  <Override PartName="/ppt/charts/style45.xml" ContentType="application/vnd.ms-office.chartstyle+xml"/>
  <Override PartName="/ppt/charts/style46.xml" ContentType="application/vnd.ms-office.chartstyle+xml"/>
  <Override PartName="/ppt/charts/style47.xml" ContentType="application/vnd.ms-office.chartstyle+xml"/>
  <Override PartName="/ppt/charts/style48.xml" ContentType="application/vnd.ms-office.chartstyle+xml"/>
  <Override PartName="/ppt/charts/style49.xml" ContentType="application/vnd.ms-office.chartstyle+xml"/>
  <Override PartName="/ppt/charts/style5.xml" ContentType="application/vnd.ms-office.chartstyle+xml"/>
  <Override PartName="/ppt/charts/style50.xml" ContentType="application/vnd.ms-office.chartstyle+xml"/>
  <Override PartName="/ppt/charts/style51.xml" ContentType="application/vnd.ms-office.chartstyle+xml"/>
  <Override PartName="/ppt/charts/style52.xml" ContentType="application/vnd.ms-office.chartstyle+xml"/>
  <Override PartName="/ppt/charts/style53.xml" ContentType="application/vnd.ms-office.chartstyle+xml"/>
  <Override PartName="/ppt/charts/style54.xml" ContentType="application/vnd.ms-office.chartstyle+xml"/>
  <Override PartName="/ppt/charts/style55.xml" ContentType="application/vnd.ms-office.chartstyle+xml"/>
  <Override PartName="/ppt/charts/style56.xml" ContentType="application/vnd.ms-office.chartstyle+xml"/>
  <Override PartName="/ppt/charts/style57.xml" ContentType="application/vnd.ms-office.chartstyle+xml"/>
  <Override PartName="/ppt/charts/style58.xml" ContentType="application/vnd.ms-office.chartstyle+xml"/>
  <Override PartName="/ppt/charts/style59.xml" ContentType="application/vnd.ms-office.chartstyle+xml"/>
  <Override PartName="/ppt/charts/style6.xml" ContentType="application/vnd.ms-office.chartstyle+xml"/>
  <Override PartName="/ppt/charts/style60.xml" ContentType="application/vnd.ms-office.chartstyle+xml"/>
  <Override PartName="/ppt/charts/style61.xml" ContentType="application/vnd.ms-office.chartstyle+xml"/>
  <Override PartName="/ppt/charts/style62.xml" ContentType="application/vnd.ms-office.chartstyle+xml"/>
  <Override PartName="/ppt/charts/style63.xml" ContentType="application/vnd.ms-office.chartstyle+xml"/>
  <Override PartName="/ppt/charts/style64.xml" ContentType="application/vnd.ms-office.chartstyle+xml"/>
  <Override PartName="/ppt/charts/style65.xml" ContentType="application/vnd.ms-office.chartstyle+xml"/>
  <Override PartName="/ppt/charts/style66.xml" ContentType="application/vnd.ms-office.chartstyle+xml"/>
  <Override PartName="/ppt/charts/style67.xml" ContentType="application/vnd.ms-office.chartstyle+xml"/>
  <Override PartName="/ppt/charts/style68.xml" ContentType="application/vnd.ms-office.chartstyle+xml"/>
  <Override PartName="/ppt/charts/style69.xml" ContentType="application/vnd.ms-office.chartstyle+xml"/>
  <Override PartName="/ppt/charts/style7.xml" ContentType="application/vnd.ms-office.chartstyle+xml"/>
  <Override PartName="/ppt/charts/style70.xml" ContentType="application/vnd.ms-office.chartstyle+xml"/>
  <Override PartName="/ppt/charts/style71.xml" ContentType="application/vnd.ms-office.chartstyle+xml"/>
  <Override PartName="/ppt/charts/style72.xml" ContentType="application/vnd.ms-office.chartstyle+xml"/>
  <Override PartName="/ppt/charts/style73.xml" ContentType="application/vnd.ms-office.chartstyle+xml"/>
  <Override PartName="/ppt/charts/style74.xml" ContentType="application/vnd.ms-office.chartstyle+xml"/>
  <Override PartName="/ppt/charts/style75.xml" ContentType="application/vnd.ms-office.chartstyle+xml"/>
  <Override PartName="/ppt/charts/style76.xml" ContentType="application/vnd.ms-office.chartstyle+xml"/>
  <Override PartName="/ppt/charts/style77.xml" ContentType="application/vnd.ms-office.chartstyle+xml"/>
  <Override PartName="/ppt/charts/style78.xml" ContentType="application/vnd.ms-office.chartstyle+xml"/>
  <Override PartName="/ppt/charts/style79.xml" ContentType="application/vnd.ms-office.chartstyle+xml"/>
  <Override PartName="/ppt/charts/style8.xml" ContentType="application/vnd.ms-office.chartstyle+xml"/>
  <Override PartName="/ppt/charts/style80.xml" ContentType="application/vnd.ms-office.chartstyle+xml"/>
  <Override PartName="/ppt/charts/style81.xml" ContentType="application/vnd.ms-office.chartstyle+xml"/>
  <Override PartName="/ppt/charts/style82.xml" ContentType="application/vnd.ms-office.chartstyle+xml"/>
  <Override PartName="/ppt/charts/style83.xml" ContentType="application/vnd.ms-office.chartstyle+xml"/>
  <Override PartName="/ppt/charts/style84.xml" ContentType="application/vnd.ms-office.chartstyle+xml"/>
  <Override PartName="/ppt/charts/style9.xml" ContentType="application/vnd.ms-office.chartstyl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revisionInfo.xml" ContentType="application/vnd.ms-powerpoint.revisioninfo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commentAuthors" Target="commentAuthors.xml"/><Relationship Id="rId186" Type="http://schemas.openxmlformats.org/officeDocument/2006/relationships/presProps" Target="presProps.xml"/><Relationship Id="rId187" Type="http://schemas.openxmlformats.org/officeDocument/2006/relationships/viewProps" Target="viewProps.xml"/><Relationship Id="rId188" Type="http://schemas.openxmlformats.org/officeDocument/2006/relationships/theme" Target="theme/theme1.xml"/><Relationship Id="rId189" Type="http://schemas.openxmlformats.org/officeDocument/2006/relationships/tableStyles" Target="tableStyles.xml"/><Relationship Id="rId190" Type="http://schemas.microsoft.com/office/2016/11/relationships/changesInfo" Target="changesInfos/changesInfo1.xml"/><Relationship Id="rId191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package" Target="../embeddings/Microsoft_Excel_Worksheet1.xlsx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package" Target="../embeddings/Microsoft_Excel_Worksheet2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package" Target="../embeddings/Microsoft_Excel_Worksheet3.xlsx"/></Relationships>
</file>

<file path=ppt/charts/_rels/chart5.xml.rels><?xml version='1.0' encoding='UTF-8' standalone='yes'?>
<Relationships xmlns="http://schemas.openxmlformats.org/package/2006/relationships"><Relationship Id="rId1" Type="http://schemas.microsoft.com/office/2011/relationships/chartStyle" Target="style5.xml"/><Relationship Id="rId2" Type="http://schemas.microsoft.com/office/2011/relationships/chartColorStyle" Target="colors5.xml"/><Relationship Id="rId3" Type="http://schemas.openxmlformats.org/officeDocument/2006/relationships/package" Target="../embeddings/Microsoft_Excel_Worksheet4.xlsx"/></Relationships>
</file>

<file path=ppt/charts/_rels/chart6.xml.rels><?xml version='1.0' encoding='UTF-8' standalone='yes'?>
<Relationships xmlns="http://schemas.openxmlformats.org/package/2006/relationships"><Relationship Id="rId1" Type="http://schemas.microsoft.com/office/2011/relationships/chartStyle" Target="style6.xml"/><Relationship Id="rId2" Type="http://schemas.microsoft.com/office/2011/relationships/chartColorStyle" Target="colors6.xml"/><Relationship Id="rId3" Type="http://schemas.openxmlformats.org/officeDocument/2006/relationships/package" Target="../embeddings/Microsoft_Excel_Worksheet5.xlsx"/></Relationships>
</file>

<file path=ppt/charts/_rels/chart7.xml.rels><?xml version='1.0' encoding='UTF-8' standalone='yes'?>
<Relationships xmlns="http://schemas.openxmlformats.org/package/2006/relationships"><Relationship Id="rId1" Type="http://schemas.microsoft.com/office/2011/relationships/chartStyle" Target="style7.xml"/><Relationship Id="rId2" Type="http://schemas.microsoft.com/office/2011/relationships/chartColorStyle" Target="colors7.xml"/><Relationship Id="rId3" Type="http://schemas.openxmlformats.org/officeDocument/2006/relationships/package" Target="../embeddings/Microsoft_Excel_Worksheet6.xlsx"/></Relationships>
</file>

<file path=ppt/charts/_rels/chart8.xml.rels><?xml version='1.0' encoding='UTF-8' standalone='yes'?>
<Relationships xmlns="http://schemas.openxmlformats.org/package/2006/relationships"><Relationship Id="rId1" Type="http://schemas.microsoft.com/office/2011/relationships/chartStyle" Target="style8.xml"/><Relationship Id="rId2" Type="http://schemas.microsoft.com/office/2011/relationships/chartColorStyle" Target="colors8.xml"/><Relationship Id="rId3" Type="http://schemas.openxmlformats.org/officeDocument/2006/relationships/package" Target="../embeddings/Microsoft_Excel_Worksheet7.xlsx"/></Relationships>
</file>

<file path=ppt/charts/_rels/chart9.xml.rels><?xml version='1.0' encoding='UTF-8' standalone='yes'?>
<Relationships xmlns="http://schemas.openxmlformats.org/package/2006/relationships"><Relationship Id="rId1" Type="http://schemas.microsoft.com/office/2011/relationships/chartStyle" Target="style9.xml"/><Relationship Id="rId2" Type="http://schemas.microsoft.com/office/2011/relationships/chartColorStyle" Target="colors9.xml"/><Relationship Id="rId3" Type="http://schemas.openxmlformats.org/officeDocument/2006/relationships/package" Target="../embeddings/Microsoft_Excel_Worksheet8.xlsx"/></Relationships>
</file>

<file path=ppt/charts/_rels/chart10.xml.rels><?xml version='1.0' encoding='UTF-8' standalone='yes'?>
<Relationships xmlns="http://schemas.openxmlformats.org/package/2006/relationships"><Relationship Id="rId1" Type="http://schemas.microsoft.com/office/2011/relationships/chartStyle" Target="style10.xml"/><Relationship Id="rId2" Type="http://schemas.microsoft.com/office/2011/relationships/chartColorStyle" Target="colors10.xml"/><Relationship Id="rId3" Type="http://schemas.openxmlformats.org/officeDocument/2006/relationships/package" Target="../embeddings/Microsoft_Excel_Worksheet9.xlsx"/></Relationships>
</file>

<file path=ppt/charts/_rels/chart11.xml.rels><?xml version='1.0' encoding='UTF-8' standalone='yes'?>
<Relationships xmlns="http://schemas.openxmlformats.org/package/2006/relationships"><Relationship Id="rId1" Type="http://schemas.microsoft.com/office/2011/relationships/chartStyle" Target="style11.xml"/><Relationship Id="rId2" Type="http://schemas.microsoft.com/office/2011/relationships/chartColorStyle" Target="colors11.xml"/><Relationship Id="rId3" Type="http://schemas.openxmlformats.org/officeDocument/2006/relationships/package" Target="../embeddings/Microsoft_Excel_Worksheet10.xlsx"/></Relationships>
</file>

<file path=ppt/charts/_rels/chart12.xml.rels><?xml version='1.0' encoding='UTF-8' standalone='yes'?>
<Relationships xmlns="http://schemas.openxmlformats.org/package/2006/relationships"><Relationship Id="rId1" Type="http://schemas.microsoft.com/office/2011/relationships/chartStyle" Target="style12.xml"/><Relationship Id="rId2" Type="http://schemas.microsoft.com/office/2011/relationships/chartColorStyle" Target="colors12.xml"/><Relationship Id="rId3" Type="http://schemas.openxmlformats.org/officeDocument/2006/relationships/package" Target="../embeddings/Microsoft_Excel_Worksheet11.xlsx"/></Relationships>
</file>

<file path=ppt/charts/_rels/chart13.xml.rels><?xml version='1.0' encoding='UTF-8' standalone='yes'?>
<Relationships xmlns="http://schemas.openxmlformats.org/package/2006/relationships"><Relationship Id="rId1" Type="http://schemas.microsoft.com/office/2011/relationships/chartStyle" Target="style13.xml"/><Relationship Id="rId2" Type="http://schemas.microsoft.com/office/2011/relationships/chartColorStyle" Target="colors13.xml"/><Relationship Id="rId3" Type="http://schemas.openxmlformats.org/officeDocument/2006/relationships/package" Target="../embeddings/Microsoft_Excel_Worksheet12.xlsx"/></Relationships>
</file>

<file path=ppt/charts/_rels/chart14.xml.rels><?xml version='1.0' encoding='UTF-8' standalone='yes'?>
<Relationships xmlns="http://schemas.openxmlformats.org/package/2006/relationships"><Relationship Id="rId1" Type="http://schemas.microsoft.com/office/2011/relationships/chartStyle" Target="style14.xml"/><Relationship Id="rId2" Type="http://schemas.microsoft.com/office/2011/relationships/chartColorStyle" Target="colors14.xml"/><Relationship Id="rId3" Type="http://schemas.openxmlformats.org/officeDocument/2006/relationships/package" Target="../embeddings/Microsoft_Excel_Worksheet13.xlsx"/></Relationships>
</file>

<file path=ppt/charts/_rels/chart15.xml.rels><?xml version='1.0' encoding='UTF-8' standalone='yes'?>
<Relationships xmlns="http://schemas.openxmlformats.org/package/2006/relationships"><Relationship Id="rId1" Type="http://schemas.microsoft.com/office/2011/relationships/chartStyle" Target="style15.xml"/><Relationship Id="rId2" Type="http://schemas.microsoft.com/office/2011/relationships/chartColorStyle" Target="colors15.xml"/><Relationship Id="rId3" Type="http://schemas.openxmlformats.org/officeDocument/2006/relationships/package" Target="../embeddings/Microsoft_Excel_Worksheet14.xlsx"/></Relationships>
</file>

<file path=ppt/charts/_rels/chart16.xml.rels><?xml version='1.0' encoding='UTF-8' standalone='yes'?>
<Relationships xmlns="http://schemas.openxmlformats.org/package/2006/relationships"><Relationship Id="rId1" Type="http://schemas.microsoft.com/office/2011/relationships/chartStyle" Target="style16.xml"/><Relationship Id="rId2" Type="http://schemas.microsoft.com/office/2011/relationships/chartColorStyle" Target="colors16.xml"/><Relationship Id="rId3" Type="http://schemas.openxmlformats.org/officeDocument/2006/relationships/package" Target="../embeddings/Microsoft_Excel_Worksheet15.xlsx"/></Relationships>
</file>

<file path=ppt/charts/_rels/chart17.xml.rels><?xml version='1.0' encoding='UTF-8' standalone='yes'?>
<Relationships xmlns="http://schemas.openxmlformats.org/package/2006/relationships"><Relationship Id="rId1" Type="http://schemas.microsoft.com/office/2011/relationships/chartStyle" Target="style17.xml"/><Relationship Id="rId2" Type="http://schemas.microsoft.com/office/2011/relationships/chartColorStyle" Target="colors17.xml"/><Relationship Id="rId3" Type="http://schemas.openxmlformats.org/officeDocument/2006/relationships/package" Target="../embeddings/Microsoft_Excel_Worksheet16.xlsx"/></Relationships>
</file>

<file path=ppt/charts/_rels/chart18.xml.rels><?xml version='1.0' encoding='UTF-8' standalone='yes'?>
<Relationships xmlns="http://schemas.openxmlformats.org/package/2006/relationships"><Relationship Id="rId1" Type="http://schemas.microsoft.com/office/2011/relationships/chartStyle" Target="style18.xml"/><Relationship Id="rId2" Type="http://schemas.microsoft.com/office/2011/relationships/chartColorStyle" Target="colors18.xml"/><Relationship Id="rId3" Type="http://schemas.openxmlformats.org/officeDocument/2006/relationships/package" Target="../embeddings/Microsoft_Excel_Worksheet17.xlsx"/></Relationships>
</file>

<file path=ppt/charts/_rels/chart19.xml.rels><?xml version='1.0' encoding='UTF-8' standalone='yes'?>
<Relationships xmlns="http://schemas.openxmlformats.org/package/2006/relationships"><Relationship Id="rId1" Type="http://schemas.microsoft.com/office/2011/relationships/chartStyle" Target="style19.xml"/><Relationship Id="rId2" Type="http://schemas.microsoft.com/office/2011/relationships/chartColorStyle" Target="colors19.xml"/><Relationship Id="rId3" Type="http://schemas.openxmlformats.org/officeDocument/2006/relationships/package" Target="../embeddings/Microsoft_Excel_Worksheet18.xlsx"/></Relationships>
</file>

<file path=ppt/charts/_rels/chart20.xml.rels><?xml version='1.0' encoding='UTF-8' standalone='yes'?>
<Relationships xmlns="http://schemas.openxmlformats.org/package/2006/relationships"><Relationship Id="rId1" Type="http://schemas.microsoft.com/office/2011/relationships/chartStyle" Target="style20.xml"/><Relationship Id="rId2" Type="http://schemas.microsoft.com/office/2011/relationships/chartColorStyle" Target="colors20.xml"/><Relationship Id="rId3" Type="http://schemas.openxmlformats.org/officeDocument/2006/relationships/package" Target="../embeddings/Microsoft_Excel_Worksheet19.xlsx"/></Relationships>
</file>

<file path=ppt/charts/_rels/chart21.xml.rels><?xml version='1.0' encoding='UTF-8' standalone='yes'?>
<Relationships xmlns="http://schemas.openxmlformats.org/package/2006/relationships"><Relationship Id="rId1" Type="http://schemas.microsoft.com/office/2011/relationships/chartStyle" Target="style21.xml"/><Relationship Id="rId2" Type="http://schemas.microsoft.com/office/2011/relationships/chartColorStyle" Target="colors21.xml"/><Relationship Id="rId3" Type="http://schemas.openxmlformats.org/officeDocument/2006/relationships/package" Target="../embeddings/Microsoft_Excel_Worksheet20.xlsx"/></Relationships>
</file>

<file path=ppt/charts/_rels/chart22.xml.rels><?xml version='1.0' encoding='UTF-8' standalone='yes'?>
<Relationships xmlns="http://schemas.openxmlformats.org/package/2006/relationships"><Relationship Id="rId1" Type="http://schemas.microsoft.com/office/2011/relationships/chartStyle" Target="style22.xml"/><Relationship Id="rId2" Type="http://schemas.microsoft.com/office/2011/relationships/chartColorStyle" Target="colors22.xml"/><Relationship Id="rId3" Type="http://schemas.openxmlformats.org/officeDocument/2006/relationships/package" Target="../embeddings/Microsoft_Excel_Worksheet21.xlsx"/></Relationships>
</file>

<file path=ppt/charts/_rels/chart23.xml.rels><?xml version='1.0' encoding='UTF-8' standalone='yes'?>
<Relationships xmlns="http://schemas.openxmlformats.org/package/2006/relationships"><Relationship Id="rId1" Type="http://schemas.microsoft.com/office/2011/relationships/chartStyle" Target="style23.xml"/><Relationship Id="rId2" Type="http://schemas.microsoft.com/office/2011/relationships/chartColorStyle" Target="colors23.xml"/><Relationship Id="rId3" Type="http://schemas.openxmlformats.org/officeDocument/2006/relationships/package" Target="../embeddings/Microsoft_Excel_Worksheet22.xlsx"/></Relationships>
</file>

<file path=ppt/charts/_rels/chart24.xml.rels><?xml version='1.0' encoding='UTF-8' standalone='yes'?>
<Relationships xmlns="http://schemas.openxmlformats.org/package/2006/relationships"><Relationship Id="rId1" Type="http://schemas.microsoft.com/office/2011/relationships/chartStyle" Target="style24.xml"/><Relationship Id="rId2" Type="http://schemas.microsoft.com/office/2011/relationships/chartColorStyle" Target="colors24.xml"/><Relationship Id="rId3" Type="http://schemas.openxmlformats.org/officeDocument/2006/relationships/package" Target="../embeddings/Microsoft_Excel_Worksheet23.xlsx"/></Relationships>
</file>

<file path=ppt/charts/_rels/chart25.xml.rels><?xml version='1.0' encoding='UTF-8' standalone='yes'?>
<Relationships xmlns="http://schemas.openxmlformats.org/package/2006/relationships"><Relationship Id="rId1" Type="http://schemas.microsoft.com/office/2011/relationships/chartStyle" Target="style25.xml"/><Relationship Id="rId2" Type="http://schemas.microsoft.com/office/2011/relationships/chartColorStyle" Target="colors25.xml"/><Relationship Id="rId3" Type="http://schemas.openxmlformats.org/officeDocument/2006/relationships/package" Target="../embeddings/Microsoft_Excel_Worksheet24.xlsx"/></Relationships>
</file>

<file path=ppt/charts/_rels/chart26.xml.rels><?xml version='1.0' encoding='UTF-8' standalone='yes'?>
<Relationships xmlns="http://schemas.openxmlformats.org/package/2006/relationships"><Relationship Id="rId1" Type="http://schemas.microsoft.com/office/2011/relationships/chartStyle" Target="style26.xml"/><Relationship Id="rId2" Type="http://schemas.microsoft.com/office/2011/relationships/chartColorStyle" Target="colors26.xml"/><Relationship Id="rId3" Type="http://schemas.openxmlformats.org/officeDocument/2006/relationships/package" Target="../embeddings/Microsoft_Excel_Worksheet25.xlsx"/></Relationships>
</file>

<file path=ppt/charts/_rels/chart27.xml.rels><?xml version='1.0' encoding='UTF-8' standalone='yes'?>
<Relationships xmlns="http://schemas.openxmlformats.org/package/2006/relationships"><Relationship Id="rId1" Type="http://schemas.microsoft.com/office/2011/relationships/chartStyle" Target="style27.xml"/><Relationship Id="rId2" Type="http://schemas.microsoft.com/office/2011/relationships/chartColorStyle" Target="colors27.xml"/><Relationship Id="rId3" Type="http://schemas.openxmlformats.org/officeDocument/2006/relationships/package" Target="../embeddings/Microsoft_Excel_Worksheet26.xlsx"/></Relationships>
</file>

<file path=ppt/charts/_rels/chart28.xml.rels><?xml version='1.0' encoding='UTF-8' standalone='yes'?>
<Relationships xmlns="http://schemas.openxmlformats.org/package/2006/relationships"><Relationship Id="rId1" Type="http://schemas.microsoft.com/office/2011/relationships/chartStyle" Target="style28.xml"/><Relationship Id="rId2" Type="http://schemas.microsoft.com/office/2011/relationships/chartColorStyle" Target="colors28.xml"/><Relationship Id="rId3" Type="http://schemas.openxmlformats.org/officeDocument/2006/relationships/package" Target="../embeddings/Microsoft_Excel_Worksheet27.xlsx"/></Relationships>
</file>

<file path=ppt/charts/_rels/chart29.xml.rels><?xml version='1.0' encoding='UTF-8' standalone='yes'?>
<Relationships xmlns="http://schemas.openxmlformats.org/package/2006/relationships"><Relationship Id="rId1" Type="http://schemas.microsoft.com/office/2011/relationships/chartStyle" Target="style29.xml"/><Relationship Id="rId2" Type="http://schemas.microsoft.com/office/2011/relationships/chartColorStyle" Target="colors29.xml"/><Relationship Id="rId3" Type="http://schemas.openxmlformats.org/officeDocument/2006/relationships/package" Target="../embeddings/Microsoft_Excel_Worksheet28.xlsx"/></Relationships>
</file>

<file path=ppt/charts/_rels/chart30.xml.rels><?xml version='1.0' encoding='UTF-8' standalone='yes'?>
<Relationships xmlns="http://schemas.openxmlformats.org/package/2006/relationships"><Relationship Id="rId1" Type="http://schemas.microsoft.com/office/2011/relationships/chartStyle" Target="style30.xml"/><Relationship Id="rId2" Type="http://schemas.microsoft.com/office/2011/relationships/chartColorStyle" Target="colors30.xml"/><Relationship Id="rId3" Type="http://schemas.openxmlformats.org/officeDocument/2006/relationships/package" Target="../embeddings/Microsoft_Excel_Worksheet29.xlsx"/></Relationships>
</file>

<file path=ppt/charts/_rels/chart31.xml.rels><?xml version='1.0' encoding='UTF-8' standalone='yes'?>
<Relationships xmlns="http://schemas.openxmlformats.org/package/2006/relationships"><Relationship Id="rId1" Type="http://schemas.microsoft.com/office/2011/relationships/chartStyle" Target="style31.xml"/><Relationship Id="rId2" Type="http://schemas.microsoft.com/office/2011/relationships/chartColorStyle" Target="colors31.xml"/><Relationship Id="rId3" Type="http://schemas.openxmlformats.org/officeDocument/2006/relationships/package" Target="../embeddings/Microsoft_Excel_Worksheet30.xlsx"/></Relationships>
</file>

<file path=ppt/charts/_rels/chart32.xml.rels><?xml version='1.0' encoding='UTF-8' standalone='yes'?>
<Relationships xmlns="http://schemas.openxmlformats.org/package/2006/relationships"><Relationship Id="rId1" Type="http://schemas.microsoft.com/office/2011/relationships/chartStyle" Target="style32.xml"/><Relationship Id="rId2" Type="http://schemas.microsoft.com/office/2011/relationships/chartColorStyle" Target="colors32.xml"/><Relationship Id="rId3" Type="http://schemas.openxmlformats.org/officeDocument/2006/relationships/package" Target="../embeddings/Microsoft_Excel_Worksheet31.xlsx"/></Relationships>
</file>

<file path=ppt/charts/_rels/chart33.xml.rels><?xml version='1.0' encoding='UTF-8' standalone='yes'?>
<Relationships xmlns="http://schemas.openxmlformats.org/package/2006/relationships"><Relationship Id="rId1" Type="http://schemas.microsoft.com/office/2011/relationships/chartStyle" Target="style33.xml"/><Relationship Id="rId2" Type="http://schemas.microsoft.com/office/2011/relationships/chartColorStyle" Target="colors33.xml"/><Relationship Id="rId3" Type="http://schemas.openxmlformats.org/officeDocument/2006/relationships/package" Target="../embeddings/Microsoft_Excel_Worksheet32.xlsx"/></Relationships>
</file>

<file path=ppt/charts/_rels/chart34.xml.rels><?xml version='1.0' encoding='UTF-8' standalone='yes'?>
<Relationships xmlns="http://schemas.openxmlformats.org/package/2006/relationships"><Relationship Id="rId1" Type="http://schemas.microsoft.com/office/2011/relationships/chartStyle" Target="style34.xml"/><Relationship Id="rId2" Type="http://schemas.microsoft.com/office/2011/relationships/chartColorStyle" Target="colors34.xml"/><Relationship Id="rId3" Type="http://schemas.openxmlformats.org/officeDocument/2006/relationships/package" Target="../embeddings/Microsoft_Excel_Worksheet33.xlsx"/></Relationships>
</file>

<file path=ppt/charts/_rels/chart35.xml.rels><?xml version='1.0' encoding='UTF-8' standalone='yes'?>
<Relationships xmlns="http://schemas.openxmlformats.org/package/2006/relationships"><Relationship Id="rId1" Type="http://schemas.microsoft.com/office/2011/relationships/chartStyle" Target="style35.xml"/><Relationship Id="rId2" Type="http://schemas.microsoft.com/office/2011/relationships/chartColorStyle" Target="colors35.xml"/><Relationship Id="rId3" Type="http://schemas.openxmlformats.org/officeDocument/2006/relationships/package" Target="../embeddings/Microsoft_Excel_Worksheet34.xlsx"/></Relationships>
</file>

<file path=ppt/charts/_rels/chart36.xml.rels><?xml version='1.0' encoding='UTF-8' standalone='yes'?>
<Relationships xmlns="http://schemas.openxmlformats.org/package/2006/relationships"><Relationship Id="rId1" Type="http://schemas.microsoft.com/office/2011/relationships/chartStyle" Target="style36.xml"/><Relationship Id="rId2" Type="http://schemas.microsoft.com/office/2011/relationships/chartColorStyle" Target="colors36.xml"/><Relationship Id="rId3" Type="http://schemas.openxmlformats.org/officeDocument/2006/relationships/package" Target="../embeddings/Microsoft_Excel_Worksheet35.xlsx"/></Relationships>
</file>

<file path=ppt/charts/_rels/chart37.xml.rels><?xml version='1.0' encoding='UTF-8' standalone='yes'?>
<Relationships xmlns="http://schemas.openxmlformats.org/package/2006/relationships"><Relationship Id="rId1" Type="http://schemas.microsoft.com/office/2011/relationships/chartStyle" Target="style37.xml"/><Relationship Id="rId2" Type="http://schemas.microsoft.com/office/2011/relationships/chartColorStyle" Target="colors37.xml"/><Relationship Id="rId3" Type="http://schemas.openxmlformats.org/officeDocument/2006/relationships/package" Target="../embeddings/Microsoft_Excel_Worksheet36.xlsx"/></Relationships>
</file>

<file path=ppt/charts/_rels/chart38.xml.rels><?xml version='1.0' encoding='UTF-8' standalone='yes'?>
<Relationships xmlns="http://schemas.openxmlformats.org/package/2006/relationships"><Relationship Id="rId1" Type="http://schemas.microsoft.com/office/2011/relationships/chartStyle" Target="style38.xml"/><Relationship Id="rId2" Type="http://schemas.microsoft.com/office/2011/relationships/chartColorStyle" Target="colors38.xml"/><Relationship Id="rId3" Type="http://schemas.openxmlformats.org/officeDocument/2006/relationships/package" Target="../embeddings/Microsoft_Excel_Worksheet37.xlsx"/></Relationships>
</file>

<file path=ppt/charts/_rels/chart39.xml.rels><?xml version='1.0' encoding='UTF-8' standalone='yes'?>
<Relationships xmlns="http://schemas.openxmlformats.org/package/2006/relationships"><Relationship Id="rId1" Type="http://schemas.microsoft.com/office/2011/relationships/chartStyle" Target="style39.xml"/><Relationship Id="rId2" Type="http://schemas.microsoft.com/office/2011/relationships/chartColorStyle" Target="colors39.xml"/><Relationship Id="rId3" Type="http://schemas.openxmlformats.org/officeDocument/2006/relationships/package" Target="../embeddings/Microsoft_Excel_Worksheet38.xlsx"/></Relationships>
</file>

<file path=ppt/charts/_rels/chart40.xml.rels><?xml version='1.0' encoding='UTF-8' standalone='yes'?>
<Relationships xmlns="http://schemas.openxmlformats.org/package/2006/relationships"><Relationship Id="rId1" Type="http://schemas.microsoft.com/office/2011/relationships/chartStyle" Target="style40.xml"/><Relationship Id="rId2" Type="http://schemas.microsoft.com/office/2011/relationships/chartColorStyle" Target="colors40.xml"/><Relationship Id="rId3" Type="http://schemas.openxmlformats.org/officeDocument/2006/relationships/package" Target="../embeddings/Microsoft_Excel_Worksheet39.xlsx"/></Relationships>
</file>

<file path=ppt/charts/_rels/chart41.xml.rels><?xml version='1.0' encoding='UTF-8' standalone='yes'?>
<Relationships xmlns="http://schemas.openxmlformats.org/package/2006/relationships"><Relationship Id="rId1" Type="http://schemas.microsoft.com/office/2011/relationships/chartStyle" Target="style41.xml"/><Relationship Id="rId2" Type="http://schemas.microsoft.com/office/2011/relationships/chartColorStyle" Target="colors41.xml"/><Relationship Id="rId3" Type="http://schemas.openxmlformats.org/officeDocument/2006/relationships/package" Target="../embeddings/Microsoft_Excel_Worksheet40.xlsx"/></Relationships>
</file>

<file path=ppt/charts/_rels/chart42.xml.rels><?xml version='1.0' encoding='UTF-8' standalone='yes'?>
<Relationships xmlns="http://schemas.openxmlformats.org/package/2006/relationships"><Relationship Id="rId1" Type="http://schemas.microsoft.com/office/2011/relationships/chartStyle" Target="style42.xml"/><Relationship Id="rId2" Type="http://schemas.microsoft.com/office/2011/relationships/chartColorStyle" Target="colors42.xml"/><Relationship Id="rId3" Type="http://schemas.openxmlformats.org/officeDocument/2006/relationships/package" Target="../embeddings/Microsoft_Excel_Worksheet41.xlsx"/></Relationships>
</file>

<file path=ppt/charts/_rels/chart43.xml.rels><?xml version='1.0' encoding='UTF-8' standalone='yes'?>
<Relationships xmlns="http://schemas.openxmlformats.org/package/2006/relationships"><Relationship Id="rId1" Type="http://schemas.microsoft.com/office/2011/relationships/chartStyle" Target="style43.xml"/><Relationship Id="rId2" Type="http://schemas.microsoft.com/office/2011/relationships/chartColorStyle" Target="colors43.xml"/><Relationship Id="rId3" Type="http://schemas.openxmlformats.org/officeDocument/2006/relationships/package" Target="../embeddings/Microsoft_Excel_Worksheet42.xlsx"/></Relationships>
</file>

<file path=ppt/charts/_rels/chart44.xml.rels><?xml version='1.0' encoding='UTF-8' standalone='yes'?>
<Relationships xmlns="http://schemas.openxmlformats.org/package/2006/relationships"><Relationship Id="rId1" Type="http://schemas.microsoft.com/office/2011/relationships/chartStyle" Target="style44.xml"/><Relationship Id="rId2" Type="http://schemas.microsoft.com/office/2011/relationships/chartColorStyle" Target="colors44.xml"/><Relationship Id="rId3" Type="http://schemas.openxmlformats.org/officeDocument/2006/relationships/package" Target="../embeddings/Microsoft_Excel_Worksheet43.xlsx"/></Relationships>
</file>

<file path=ppt/charts/_rels/chart45.xml.rels><?xml version='1.0' encoding='UTF-8' standalone='yes'?>
<Relationships xmlns="http://schemas.openxmlformats.org/package/2006/relationships"><Relationship Id="rId1" Type="http://schemas.microsoft.com/office/2011/relationships/chartStyle" Target="style45.xml"/><Relationship Id="rId2" Type="http://schemas.microsoft.com/office/2011/relationships/chartColorStyle" Target="colors45.xml"/><Relationship Id="rId3" Type="http://schemas.openxmlformats.org/officeDocument/2006/relationships/package" Target="../embeddings/Microsoft_Excel_Worksheet44.xlsx"/></Relationships>
</file>

<file path=ppt/charts/_rels/chart46.xml.rels><?xml version='1.0' encoding='UTF-8' standalone='yes'?>
<Relationships xmlns="http://schemas.openxmlformats.org/package/2006/relationships"><Relationship Id="rId1" Type="http://schemas.microsoft.com/office/2011/relationships/chartStyle" Target="style46.xml"/><Relationship Id="rId2" Type="http://schemas.microsoft.com/office/2011/relationships/chartColorStyle" Target="colors46.xml"/><Relationship Id="rId3" Type="http://schemas.openxmlformats.org/officeDocument/2006/relationships/package" Target="../embeddings/Microsoft_Excel_Worksheet45.xlsx"/></Relationships>
</file>

<file path=ppt/charts/_rels/chart47.xml.rels><?xml version='1.0' encoding='UTF-8' standalone='yes'?>
<Relationships xmlns="http://schemas.openxmlformats.org/package/2006/relationships"><Relationship Id="rId1" Type="http://schemas.microsoft.com/office/2011/relationships/chartStyle" Target="style47.xml"/><Relationship Id="rId2" Type="http://schemas.microsoft.com/office/2011/relationships/chartColorStyle" Target="colors47.xml"/><Relationship Id="rId3" Type="http://schemas.openxmlformats.org/officeDocument/2006/relationships/package" Target="../embeddings/Microsoft_Excel_Worksheet46.xlsx"/></Relationships>
</file>

<file path=ppt/charts/_rels/chart48.xml.rels><?xml version='1.0' encoding='UTF-8' standalone='yes'?>
<Relationships xmlns="http://schemas.openxmlformats.org/package/2006/relationships"><Relationship Id="rId1" Type="http://schemas.microsoft.com/office/2011/relationships/chartStyle" Target="style48.xml"/><Relationship Id="rId2" Type="http://schemas.microsoft.com/office/2011/relationships/chartColorStyle" Target="colors48.xml"/><Relationship Id="rId3" Type="http://schemas.openxmlformats.org/officeDocument/2006/relationships/package" Target="../embeddings/Microsoft_Excel_Worksheet47.xlsx"/></Relationships>
</file>

<file path=ppt/charts/_rels/chart49.xml.rels><?xml version='1.0' encoding='UTF-8' standalone='yes'?>
<Relationships xmlns="http://schemas.openxmlformats.org/package/2006/relationships"><Relationship Id="rId1" Type="http://schemas.microsoft.com/office/2011/relationships/chartStyle" Target="style49.xml"/><Relationship Id="rId2" Type="http://schemas.microsoft.com/office/2011/relationships/chartColorStyle" Target="colors49.xml"/><Relationship Id="rId3" Type="http://schemas.openxmlformats.org/officeDocument/2006/relationships/package" Target="../embeddings/Microsoft_Excel_Worksheet48.xlsx"/></Relationships>
</file>

<file path=ppt/charts/_rels/chart50.xml.rels><?xml version='1.0' encoding='UTF-8' standalone='yes'?>
<Relationships xmlns="http://schemas.openxmlformats.org/package/2006/relationships"><Relationship Id="rId1" Type="http://schemas.microsoft.com/office/2011/relationships/chartStyle" Target="style50.xml"/><Relationship Id="rId2" Type="http://schemas.microsoft.com/office/2011/relationships/chartColorStyle" Target="colors50.xml"/><Relationship Id="rId3" Type="http://schemas.openxmlformats.org/officeDocument/2006/relationships/package" Target="../embeddings/Microsoft_Excel_Worksheet49.xlsx"/></Relationships>
</file>

<file path=ppt/charts/_rels/chart51.xml.rels><?xml version='1.0' encoding='UTF-8' standalone='yes'?>
<Relationships xmlns="http://schemas.openxmlformats.org/package/2006/relationships"><Relationship Id="rId1" Type="http://schemas.microsoft.com/office/2011/relationships/chartStyle" Target="style51.xml"/><Relationship Id="rId2" Type="http://schemas.microsoft.com/office/2011/relationships/chartColorStyle" Target="colors51.xml"/><Relationship Id="rId3" Type="http://schemas.openxmlformats.org/officeDocument/2006/relationships/package" Target="../embeddings/Microsoft_Excel_Worksheet50.xlsx"/></Relationships>
</file>

<file path=ppt/charts/_rels/chart52.xml.rels><?xml version='1.0' encoding='UTF-8' standalone='yes'?>
<Relationships xmlns="http://schemas.openxmlformats.org/package/2006/relationships"><Relationship Id="rId1" Type="http://schemas.microsoft.com/office/2011/relationships/chartStyle" Target="style52.xml"/><Relationship Id="rId2" Type="http://schemas.microsoft.com/office/2011/relationships/chartColorStyle" Target="colors52.xml"/><Relationship Id="rId3" Type="http://schemas.openxmlformats.org/officeDocument/2006/relationships/package" Target="../embeddings/Microsoft_Excel_Worksheet51.xlsx"/></Relationships>
</file>

<file path=ppt/charts/_rels/chart53.xml.rels><?xml version='1.0' encoding='UTF-8' standalone='yes'?>
<Relationships xmlns="http://schemas.openxmlformats.org/package/2006/relationships"><Relationship Id="rId1" Type="http://schemas.microsoft.com/office/2011/relationships/chartStyle" Target="style53.xml"/><Relationship Id="rId2" Type="http://schemas.microsoft.com/office/2011/relationships/chartColorStyle" Target="colors53.xml"/><Relationship Id="rId3" Type="http://schemas.openxmlformats.org/officeDocument/2006/relationships/package" Target="../embeddings/Microsoft_Excel_Worksheet52.xlsx"/></Relationships>
</file>

<file path=ppt/charts/_rels/chart54.xml.rels><?xml version='1.0' encoding='UTF-8' standalone='yes'?>
<Relationships xmlns="http://schemas.openxmlformats.org/package/2006/relationships"><Relationship Id="rId1" Type="http://schemas.microsoft.com/office/2011/relationships/chartStyle" Target="style54.xml"/><Relationship Id="rId2" Type="http://schemas.microsoft.com/office/2011/relationships/chartColorStyle" Target="colors54.xml"/><Relationship Id="rId3" Type="http://schemas.openxmlformats.org/officeDocument/2006/relationships/package" Target="../embeddings/Microsoft_Excel_Worksheet53.xlsx"/></Relationships>
</file>

<file path=ppt/charts/_rels/chart55.xml.rels><?xml version='1.0' encoding='UTF-8' standalone='yes'?>
<Relationships xmlns="http://schemas.openxmlformats.org/package/2006/relationships"><Relationship Id="rId1" Type="http://schemas.microsoft.com/office/2011/relationships/chartStyle" Target="style55.xml"/><Relationship Id="rId2" Type="http://schemas.microsoft.com/office/2011/relationships/chartColorStyle" Target="colors55.xml"/><Relationship Id="rId3" Type="http://schemas.openxmlformats.org/officeDocument/2006/relationships/package" Target="../embeddings/Microsoft_Excel_Worksheet54.xlsx"/></Relationships>
</file>

<file path=ppt/charts/_rels/chart56.xml.rels><?xml version='1.0' encoding='UTF-8' standalone='yes'?>
<Relationships xmlns="http://schemas.openxmlformats.org/package/2006/relationships"><Relationship Id="rId1" Type="http://schemas.microsoft.com/office/2011/relationships/chartStyle" Target="style56.xml"/><Relationship Id="rId2" Type="http://schemas.microsoft.com/office/2011/relationships/chartColorStyle" Target="colors56.xml"/><Relationship Id="rId3" Type="http://schemas.openxmlformats.org/officeDocument/2006/relationships/package" Target="../embeddings/Microsoft_Excel_Worksheet55.xlsx"/></Relationships>
</file>

<file path=ppt/charts/_rels/chart57.xml.rels><?xml version='1.0' encoding='UTF-8' standalone='yes'?>
<Relationships xmlns="http://schemas.openxmlformats.org/package/2006/relationships"><Relationship Id="rId1" Type="http://schemas.microsoft.com/office/2011/relationships/chartStyle" Target="style57.xml"/><Relationship Id="rId2" Type="http://schemas.microsoft.com/office/2011/relationships/chartColorStyle" Target="colors57.xml"/><Relationship Id="rId3" Type="http://schemas.openxmlformats.org/officeDocument/2006/relationships/package" Target="../embeddings/Microsoft_Excel_Worksheet56.xlsx"/></Relationships>
</file>

<file path=ppt/charts/_rels/chart58.xml.rels><?xml version='1.0' encoding='UTF-8' standalone='yes'?>
<Relationships xmlns="http://schemas.openxmlformats.org/package/2006/relationships"><Relationship Id="rId1" Type="http://schemas.microsoft.com/office/2011/relationships/chartStyle" Target="style58.xml"/><Relationship Id="rId2" Type="http://schemas.microsoft.com/office/2011/relationships/chartColorStyle" Target="colors58.xml"/><Relationship Id="rId3" Type="http://schemas.openxmlformats.org/officeDocument/2006/relationships/package" Target="../embeddings/Microsoft_Excel_Worksheet57.xlsx"/></Relationships>
</file>

<file path=ppt/charts/_rels/chart59.xml.rels><?xml version='1.0' encoding='UTF-8' standalone='yes'?>
<Relationships xmlns="http://schemas.openxmlformats.org/package/2006/relationships"><Relationship Id="rId1" Type="http://schemas.microsoft.com/office/2011/relationships/chartStyle" Target="style59.xml"/><Relationship Id="rId2" Type="http://schemas.microsoft.com/office/2011/relationships/chartColorStyle" Target="colors59.xml"/><Relationship Id="rId3" Type="http://schemas.openxmlformats.org/officeDocument/2006/relationships/package" Target="../embeddings/Microsoft_Excel_Worksheet58.xlsx"/></Relationships>
</file>

<file path=ppt/charts/_rels/chart60.xml.rels><?xml version='1.0' encoding='UTF-8' standalone='yes'?>
<Relationships xmlns="http://schemas.openxmlformats.org/package/2006/relationships"><Relationship Id="rId1" Type="http://schemas.microsoft.com/office/2011/relationships/chartStyle" Target="style60.xml"/><Relationship Id="rId2" Type="http://schemas.microsoft.com/office/2011/relationships/chartColorStyle" Target="colors60.xml"/><Relationship Id="rId3" Type="http://schemas.openxmlformats.org/officeDocument/2006/relationships/package" Target="../embeddings/Microsoft_Excel_Worksheet59.xlsx"/></Relationships>
</file>

<file path=ppt/charts/_rels/chart61.xml.rels><?xml version='1.0' encoding='UTF-8' standalone='yes'?>
<Relationships xmlns="http://schemas.openxmlformats.org/package/2006/relationships"><Relationship Id="rId1" Type="http://schemas.microsoft.com/office/2011/relationships/chartStyle" Target="style61.xml"/><Relationship Id="rId2" Type="http://schemas.microsoft.com/office/2011/relationships/chartColorStyle" Target="colors61.xml"/><Relationship Id="rId3" Type="http://schemas.openxmlformats.org/officeDocument/2006/relationships/package" Target="../embeddings/Microsoft_Excel_Worksheet60.xlsx"/></Relationships>
</file>

<file path=ppt/charts/_rels/chart62.xml.rels><?xml version='1.0' encoding='UTF-8' standalone='yes'?>
<Relationships xmlns="http://schemas.openxmlformats.org/package/2006/relationships"><Relationship Id="rId1" Type="http://schemas.microsoft.com/office/2011/relationships/chartStyle" Target="style62.xml"/><Relationship Id="rId2" Type="http://schemas.microsoft.com/office/2011/relationships/chartColorStyle" Target="colors62.xml"/><Relationship Id="rId3" Type="http://schemas.openxmlformats.org/officeDocument/2006/relationships/package" Target="../embeddings/Microsoft_Excel_Worksheet61.xlsx"/></Relationships>
</file>

<file path=ppt/charts/_rels/chart63.xml.rels><?xml version='1.0' encoding='UTF-8' standalone='yes'?>
<Relationships xmlns="http://schemas.openxmlformats.org/package/2006/relationships"><Relationship Id="rId1" Type="http://schemas.microsoft.com/office/2011/relationships/chartStyle" Target="style63.xml"/><Relationship Id="rId2" Type="http://schemas.microsoft.com/office/2011/relationships/chartColorStyle" Target="colors63.xml"/><Relationship Id="rId3" Type="http://schemas.openxmlformats.org/officeDocument/2006/relationships/package" Target="../embeddings/Microsoft_Excel_Worksheet62.xlsx"/></Relationships>
</file>

<file path=ppt/charts/_rels/chart64.xml.rels><?xml version='1.0' encoding='UTF-8' standalone='yes'?>
<Relationships xmlns="http://schemas.openxmlformats.org/package/2006/relationships"><Relationship Id="rId1" Type="http://schemas.microsoft.com/office/2011/relationships/chartStyle" Target="style64.xml"/><Relationship Id="rId2" Type="http://schemas.microsoft.com/office/2011/relationships/chartColorStyle" Target="colors64.xml"/><Relationship Id="rId3" Type="http://schemas.openxmlformats.org/officeDocument/2006/relationships/package" Target="../embeddings/Microsoft_Excel_Worksheet63.xlsx"/></Relationships>
</file>

<file path=ppt/charts/_rels/chart65.xml.rels><?xml version='1.0' encoding='UTF-8' standalone='yes'?>
<Relationships xmlns="http://schemas.openxmlformats.org/package/2006/relationships"><Relationship Id="rId1" Type="http://schemas.microsoft.com/office/2011/relationships/chartStyle" Target="style65.xml"/><Relationship Id="rId2" Type="http://schemas.microsoft.com/office/2011/relationships/chartColorStyle" Target="colors65.xml"/><Relationship Id="rId3" Type="http://schemas.openxmlformats.org/officeDocument/2006/relationships/package" Target="../embeddings/Microsoft_Excel_Worksheet64.xlsx"/></Relationships>
</file>

<file path=ppt/charts/_rels/chart66.xml.rels><?xml version='1.0' encoding='UTF-8' standalone='yes'?>
<Relationships xmlns="http://schemas.openxmlformats.org/package/2006/relationships"><Relationship Id="rId1" Type="http://schemas.microsoft.com/office/2011/relationships/chartStyle" Target="style66.xml"/><Relationship Id="rId2" Type="http://schemas.microsoft.com/office/2011/relationships/chartColorStyle" Target="colors66.xml"/><Relationship Id="rId3" Type="http://schemas.openxmlformats.org/officeDocument/2006/relationships/package" Target="../embeddings/Microsoft_Excel_Worksheet65.xlsx"/></Relationships>
</file>

<file path=ppt/charts/_rels/chart67.xml.rels><?xml version='1.0' encoding='UTF-8' standalone='yes'?>
<Relationships xmlns="http://schemas.openxmlformats.org/package/2006/relationships"><Relationship Id="rId1" Type="http://schemas.microsoft.com/office/2011/relationships/chartStyle" Target="style67.xml"/><Relationship Id="rId2" Type="http://schemas.microsoft.com/office/2011/relationships/chartColorStyle" Target="colors67.xml"/><Relationship Id="rId3" Type="http://schemas.openxmlformats.org/officeDocument/2006/relationships/package" Target="../embeddings/Microsoft_Excel_Worksheet66.xlsx"/></Relationships>
</file>

<file path=ppt/charts/_rels/chart68.xml.rels><?xml version='1.0' encoding='UTF-8' standalone='yes'?>
<Relationships xmlns="http://schemas.openxmlformats.org/package/2006/relationships"><Relationship Id="rId1" Type="http://schemas.microsoft.com/office/2011/relationships/chartStyle" Target="style68.xml"/><Relationship Id="rId2" Type="http://schemas.microsoft.com/office/2011/relationships/chartColorStyle" Target="colors68.xml"/><Relationship Id="rId3" Type="http://schemas.openxmlformats.org/officeDocument/2006/relationships/package" Target="../embeddings/Microsoft_Excel_Worksheet67.xlsx"/></Relationships>
</file>

<file path=ppt/charts/_rels/chart69.xml.rels><?xml version='1.0' encoding='UTF-8' standalone='yes'?>
<Relationships xmlns="http://schemas.openxmlformats.org/package/2006/relationships"><Relationship Id="rId1" Type="http://schemas.microsoft.com/office/2011/relationships/chartStyle" Target="style69.xml"/><Relationship Id="rId2" Type="http://schemas.microsoft.com/office/2011/relationships/chartColorStyle" Target="colors69.xml"/><Relationship Id="rId3" Type="http://schemas.openxmlformats.org/officeDocument/2006/relationships/package" Target="../embeddings/Microsoft_Excel_Worksheet68.xlsx"/></Relationships>
</file>

<file path=ppt/charts/_rels/chart70.xml.rels><?xml version='1.0' encoding='UTF-8' standalone='yes'?>
<Relationships xmlns="http://schemas.openxmlformats.org/package/2006/relationships"><Relationship Id="rId1" Type="http://schemas.microsoft.com/office/2011/relationships/chartStyle" Target="style70.xml"/><Relationship Id="rId2" Type="http://schemas.microsoft.com/office/2011/relationships/chartColorStyle" Target="colors70.xml"/><Relationship Id="rId3" Type="http://schemas.openxmlformats.org/officeDocument/2006/relationships/package" Target="../embeddings/Microsoft_Excel_Worksheet69.xlsx"/></Relationships>
</file>

<file path=ppt/charts/_rels/chart71.xml.rels><?xml version='1.0' encoding='UTF-8' standalone='yes'?>
<Relationships xmlns="http://schemas.openxmlformats.org/package/2006/relationships"><Relationship Id="rId1" Type="http://schemas.microsoft.com/office/2011/relationships/chartStyle" Target="style71.xml"/><Relationship Id="rId2" Type="http://schemas.microsoft.com/office/2011/relationships/chartColorStyle" Target="colors71.xml"/><Relationship Id="rId3" Type="http://schemas.openxmlformats.org/officeDocument/2006/relationships/package" Target="../embeddings/Microsoft_Excel_Worksheet70.xlsx"/></Relationships>
</file>

<file path=ppt/charts/_rels/chart72.xml.rels><?xml version='1.0' encoding='UTF-8' standalone='yes'?>
<Relationships xmlns="http://schemas.openxmlformats.org/package/2006/relationships"><Relationship Id="rId1" Type="http://schemas.microsoft.com/office/2011/relationships/chartStyle" Target="style72.xml"/><Relationship Id="rId2" Type="http://schemas.microsoft.com/office/2011/relationships/chartColorStyle" Target="colors72.xml"/><Relationship Id="rId3" Type="http://schemas.openxmlformats.org/officeDocument/2006/relationships/package" Target="../embeddings/Microsoft_Excel_Worksheet71.xlsx"/></Relationships>
</file>

<file path=ppt/charts/_rels/chart73.xml.rels><?xml version='1.0' encoding='UTF-8' standalone='yes'?>
<Relationships xmlns="http://schemas.openxmlformats.org/package/2006/relationships"><Relationship Id="rId1" Type="http://schemas.microsoft.com/office/2011/relationships/chartStyle" Target="style73.xml"/><Relationship Id="rId2" Type="http://schemas.microsoft.com/office/2011/relationships/chartColorStyle" Target="colors73.xml"/><Relationship Id="rId3" Type="http://schemas.openxmlformats.org/officeDocument/2006/relationships/package" Target="../embeddings/Microsoft_Excel_Worksheet72.xlsx"/></Relationships>
</file>

<file path=ppt/charts/_rels/chart74.xml.rels><?xml version='1.0' encoding='UTF-8' standalone='yes'?>
<Relationships xmlns="http://schemas.openxmlformats.org/package/2006/relationships"><Relationship Id="rId1" Type="http://schemas.microsoft.com/office/2011/relationships/chartStyle" Target="style74.xml"/><Relationship Id="rId2" Type="http://schemas.microsoft.com/office/2011/relationships/chartColorStyle" Target="colors74.xml"/><Relationship Id="rId3" Type="http://schemas.openxmlformats.org/officeDocument/2006/relationships/package" Target="../embeddings/Microsoft_Excel_Worksheet73.xlsx"/></Relationships>
</file>

<file path=ppt/charts/_rels/chart75.xml.rels><?xml version='1.0' encoding='UTF-8' standalone='yes'?>
<Relationships xmlns="http://schemas.openxmlformats.org/package/2006/relationships"><Relationship Id="rId1" Type="http://schemas.microsoft.com/office/2011/relationships/chartStyle" Target="style75.xml"/><Relationship Id="rId2" Type="http://schemas.microsoft.com/office/2011/relationships/chartColorStyle" Target="colors75.xml"/><Relationship Id="rId3" Type="http://schemas.openxmlformats.org/officeDocument/2006/relationships/package" Target="../embeddings/Microsoft_Excel_Worksheet74.xlsx"/></Relationships>
</file>

<file path=ppt/charts/_rels/chart76.xml.rels><?xml version='1.0' encoding='UTF-8' standalone='yes'?>
<Relationships xmlns="http://schemas.openxmlformats.org/package/2006/relationships"><Relationship Id="rId1" Type="http://schemas.microsoft.com/office/2011/relationships/chartStyle" Target="style76.xml"/><Relationship Id="rId2" Type="http://schemas.microsoft.com/office/2011/relationships/chartColorStyle" Target="colors76.xml"/><Relationship Id="rId3" Type="http://schemas.openxmlformats.org/officeDocument/2006/relationships/package" Target="../embeddings/Microsoft_Excel_Worksheet75.xlsx"/></Relationships>
</file>

<file path=ppt/charts/_rels/chart77.xml.rels><?xml version='1.0' encoding='UTF-8' standalone='yes'?>
<Relationships xmlns="http://schemas.openxmlformats.org/package/2006/relationships"><Relationship Id="rId1" Type="http://schemas.microsoft.com/office/2011/relationships/chartStyle" Target="style77.xml"/><Relationship Id="rId2" Type="http://schemas.microsoft.com/office/2011/relationships/chartColorStyle" Target="colors77.xml"/><Relationship Id="rId3" Type="http://schemas.openxmlformats.org/officeDocument/2006/relationships/package" Target="../embeddings/Microsoft_Excel_Worksheet76.xlsx"/></Relationships>
</file>

<file path=ppt/charts/_rels/chart78.xml.rels><?xml version='1.0' encoding='UTF-8' standalone='yes'?>
<Relationships xmlns="http://schemas.openxmlformats.org/package/2006/relationships"><Relationship Id="rId1" Type="http://schemas.microsoft.com/office/2011/relationships/chartStyle" Target="style78.xml"/><Relationship Id="rId2" Type="http://schemas.microsoft.com/office/2011/relationships/chartColorStyle" Target="colors78.xml"/><Relationship Id="rId3" Type="http://schemas.openxmlformats.org/officeDocument/2006/relationships/package" Target="../embeddings/Microsoft_Excel_Worksheet77.xlsx"/></Relationships>
</file>

<file path=ppt/charts/_rels/chart79.xml.rels><?xml version='1.0' encoding='UTF-8' standalone='yes'?>
<Relationships xmlns="http://schemas.openxmlformats.org/package/2006/relationships"><Relationship Id="rId1" Type="http://schemas.microsoft.com/office/2011/relationships/chartStyle" Target="style79.xml"/><Relationship Id="rId2" Type="http://schemas.microsoft.com/office/2011/relationships/chartColorStyle" Target="colors79.xml"/><Relationship Id="rId3" Type="http://schemas.openxmlformats.org/officeDocument/2006/relationships/package" Target="../embeddings/Microsoft_Excel_Worksheet78.xlsx"/></Relationships>
</file>

<file path=ppt/charts/_rels/chart80.xml.rels><?xml version='1.0' encoding='UTF-8' standalone='yes'?>
<Relationships xmlns="http://schemas.openxmlformats.org/package/2006/relationships"><Relationship Id="rId1" Type="http://schemas.microsoft.com/office/2011/relationships/chartStyle" Target="style80.xml"/><Relationship Id="rId2" Type="http://schemas.microsoft.com/office/2011/relationships/chartColorStyle" Target="colors80.xml"/><Relationship Id="rId3" Type="http://schemas.openxmlformats.org/officeDocument/2006/relationships/package" Target="../embeddings/Microsoft_Excel_Worksheet79.xlsx"/></Relationships>
</file>

<file path=ppt/charts/_rels/chart81.xml.rels><?xml version='1.0' encoding='UTF-8' standalone='yes'?>
<Relationships xmlns="http://schemas.openxmlformats.org/package/2006/relationships"><Relationship Id="rId1" Type="http://schemas.microsoft.com/office/2011/relationships/chartStyle" Target="style81.xml"/><Relationship Id="rId2" Type="http://schemas.microsoft.com/office/2011/relationships/chartColorStyle" Target="colors81.xml"/><Relationship Id="rId3" Type="http://schemas.openxmlformats.org/officeDocument/2006/relationships/package" Target="../embeddings/Microsoft_Excel_Worksheet80.xlsx"/></Relationships>
</file>

<file path=ppt/charts/_rels/chart82.xml.rels><?xml version='1.0' encoding='UTF-8' standalone='yes'?>
<Relationships xmlns="http://schemas.openxmlformats.org/package/2006/relationships"><Relationship Id="rId1" Type="http://schemas.microsoft.com/office/2011/relationships/chartStyle" Target="style82.xml"/><Relationship Id="rId2" Type="http://schemas.microsoft.com/office/2011/relationships/chartColorStyle" Target="colors82.xml"/><Relationship Id="rId3" Type="http://schemas.openxmlformats.org/officeDocument/2006/relationships/package" Target="../embeddings/Microsoft_Excel_Worksheet81.xlsx"/></Relationships>
</file>

<file path=ppt/charts/_rels/chart83.xml.rels><?xml version='1.0' encoding='UTF-8' standalone='yes'?>
<Relationships xmlns="http://schemas.openxmlformats.org/package/2006/relationships"><Relationship Id="rId1" Type="http://schemas.microsoft.com/office/2011/relationships/chartStyle" Target="style83.xml"/><Relationship Id="rId2" Type="http://schemas.microsoft.com/office/2011/relationships/chartColorStyle" Target="colors83.xml"/><Relationship Id="rId3" Type="http://schemas.openxmlformats.org/officeDocument/2006/relationships/package" Target="../embeddings/Microsoft_Excel_Worksheet82.xlsx"/></Relationships>
</file>

<file path=ppt/charts/_rels/chart84.xml.rels><?xml version='1.0' encoding='UTF-8' standalone='yes'?>
<Relationships xmlns="http://schemas.openxmlformats.org/package/2006/relationships"><Relationship Id="rId1" Type="http://schemas.microsoft.com/office/2011/relationships/chartStyle" Target="style84.xml"/><Relationship Id="rId2" Type="http://schemas.microsoft.com/office/2011/relationships/chartColorStyle" Target="colors84.xml"/><Relationship Id="rId3" Type="http://schemas.openxmlformats.org/officeDocument/2006/relationships/package" Target="../embeddings/Microsoft_Excel_Worksheet8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47.1</c:v>
                </c:pt>
                <c:pt idx="1">
                  <c:v>46.5</c:v>
                </c:pt>
                <c:pt idx="2">
                  <c:v>46.1</c:v>
                </c:pt>
                <c:pt idx="3">
                  <c:v>46.1</c:v>
                </c:pt>
                <c:pt idx="4">
                  <c:v>46.3</c:v>
                </c:pt>
                <c:pt idx="5">
                  <c:v>46.2</c:v>
                </c:pt>
                <c:pt idx="6">
                  <c:v>46.1</c:v>
                </c:pt>
                <c:pt idx="7">
                  <c:v>45.8</c:v>
                </c:pt>
                <c:pt idx="8">
                  <c:v>45.7</c:v>
                </c:pt>
                <c:pt idx="9">
                  <c:v>45.0</c:v>
                </c:pt>
                <c:pt idx="10">
                  <c:v>45.1</c:v>
                </c:pt>
                <c:pt idx="11">
                  <c:v>44.9</c:v>
                </c:pt>
                <c:pt idx="12">
                  <c:v>45.1</c:v>
                </c:pt>
                <c:pt idx="13">
                  <c:v>45.2</c:v>
                </c:pt>
                <c:pt idx="14">
                  <c:v>45.2</c:v>
                </c:pt>
                <c:pt idx="15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33.8</c:v>
                </c:pt>
                <c:pt idx="1">
                  <c:v>34.2</c:v>
                </c:pt>
                <c:pt idx="2">
                  <c:v>35.2</c:v>
                </c:pt>
                <c:pt idx="3">
                  <c:v>35.3</c:v>
                </c:pt>
                <c:pt idx="4">
                  <c:v>34.7</c:v>
                </c:pt>
                <c:pt idx="5">
                  <c:v>34.9</c:v>
                </c:pt>
                <c:pt idx="6">
                  <c:v>35.3</c:v>
                </c:pt>
                <c:pt idx="7">
                  <c:v>36.0</c:v>
                </c:pt>
                <c:pt idx="8">
                  <c:v>36.3</c:v>
                </c:pt>
                <c:pt idx="9">
                  <c:v>36.8</c:v>
                </c:pt>
                <c:pt idx="10">
                  <c:v>36.8</c:v>
                </c:pt>
                <c:pt idx="11">
                  <c:v>37.0</c:v>
                </c:pt>
                <c:pt idx="12">
                  <c:v>36.8</c:v>
                </c:pt>
                <c:pt idx="13">
                  <c:v>37.0</c:v>
                </c:pt>
                <c:pt idx="14">
                  <c:v>37.1</c:v>
                </c:pt>
                <c:pt idx="15">
                  <c:v>37.1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5.6</c:v>
                </c:pt>
                <c:pt idx="1">
                  <c:v>5.5</c:v>
                </c:pt>
                <c:pt idx="2">
                  <c:v>5.3</c:v>
                </c:pt>
                <c:pt idx="3">
                  <c:v>5.1</c:v>
                </c:pt>
                <c:pt idx="4">
                  <c:v>5.6</c:v>
                </c:pt>
                <c:pt idx="5">
                  <c:v>5.5</c:v>
                </c:pt>
                <c:pt idx="6">
                  <c:v>5.4</c:v>
                </c:pt>
                <c:pt idx="7">
                  <c:v>5.3</c:v>
                </c:pt>
                <c:pt idx="8">
                  <c:v>5.1</c:v>
                </c:pt>
                <c:pt idx="9">
                  <c:v>4.9</c:v>
                </c:pt>
                <c:pt idx="10">
                  <c:v>4.8</c:v>
                </c:pt>
                <c:pt idx="11">
                  <c:v>4.7</c:v>
                </c:pt>
                <c:pt idx="12">
                  <c:v>4.7</c:v>
                </c:pt>
                <c:pt idx="13">
                  <c:v>4.7</c:v>
                </c:pt>
                <c:pt idx="14">
                  <c:v>4.7</c:v>
                </c:pt>
                <c:pt idx="15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2.9</c:v>
                </c:pt>
                <c:pt idx="1">
                  <c:v>3.0</c:v>
                </c:pt>
                <c:pt idx="2">
                  <c:v>2.7</c:v>
                </c:pt>
                <c:pt idx="3">
                  <c:v>2.8</c:v>
                </c:pt>
                <c:pt idx="4">
                  <c:v>3.0</c:v>
                </c:pt>
                <c:pt idx="5">
                  <c:v>3.1</c:v>
                </c:pt>
                <c:pt idx="6">
                  <c:v>3.2</c:v>
                </c:pt>
                <c:pt idx="7">
                  <c:v>3.1</c:v>
                </c:pt>
                <c:pt idx="8">
                  <c:v>3.1</c:v>
                </c:pt>
                <c:pt idx="9">
                  <c:v>3.0</c:v>
                </c:pt>
                <c:pt idx="10">
                  <c:v>3.1</c:v>
                </c:pt>
                <c:pt idx="11">
                  <c:v>3.1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1.6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1.4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9.0</c:v>
                </c:pt>
                <c:pt idx="1">
                  <c:v>9.3</c:v>
                </c:pt>
                <c:pt idx="2">
                  <c:v>9.1</c:v>
                </c:pt>
                <c:pt idx="3">
                  <c:v>9.1</c:v>
                </c:pt>
                <c:pt idx="4">
                  <c:v>9.0</c:v>
                </c:pt>
                <c:pt idx="5">
                  <c:v>8.9</c:v>
                </c:pt>
                <c:pt idx="6">
                  <c:v>8.6</c:v>
                </c:pt>
                <c:pt idx="7">
                  <c:v>8.6</c:v>
                </c:pt>
                <c:pt idx="8">
                  <c:v>8.6</c:v>
                </c:pt>
                <c:pt idx="9">
                  <c:v>8.9</c:v>
                </c:pt>
                <c:pt idx="10">
                  <c:v>8.9</c:v>
                </c:pt>
                <c:pt idx="11">
                  <c:v>8.9</c:v>
                </c:pt>
                <c:pt idx="12">
                  <c:v>8.8</c:v>
                </c:pt>
                <c:pt idx="13">
                  <c:v>8.6</c:v>
                </c:pt>
                <c:pt idx="14">
                  <c:v>8.5</c:v>
                </c:pt>
                <c:pt idx="15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46.3</c:v>
                </c:pt>
                <c:pt idx="1">
                  <c:v>45.9</c:v>
                </c:pt>
                <c:pt idx="2">
                  <c:v>46.2</c:v>
                </c:pt>
                <c:pt idx="3">
                  <c:v>45.4</c:v>
                </c:pt>
                <c:pt idx="4">
                  <c:v>45.1</c:v>
                </c:pt>
                <c:pt idx="5">
                  <c:v>45.0</c:v>
                </c:pt>
                <c:pt idx="6">
                  <c:v>45.1</c:v>
                </c:pt>
                <c:pt idx="7">
                  <c:v>43.4</c:v>
                </c:pt>
                <c:pt idx="8">
                  <c:v>43.3</c:v>
                </c:pt>
                <c:pt idx="9">
                  <c:v>43.3</c:v>
                </c:pt>
                <c:pt idx="10">
                  <c:v>44.6</c:v>
                </c:pt>
                <c:pt idx="11">
                  <c:v>45.1</c:v>
                </c:pt>
                <c:pt idx="12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35.1</c:v>
                </c:pt>
                <c:pt idx="1">
                  <c:v>35.2</c:v>
                </c:pt>
                <c:pt idx="2">
                  <c:v>34.3</c:v>
                </c:pt>
                <c:pt idx="3">
                  <c:v>35.5</c:v>
                </c:pt>
                <c:pt idx="4">
                  <c:v>36.8</c:v>
                </c:pt>
                <c:pt idx="5">
                  <c:v>38.1</c:v>
                </c:pt>
                <c:pt idx="6">
                  <c:v>37.8</c:v>
                </c:pt>
                <c:pt idx="7">
                  <c:v>38.9</c:v>
                </c:pt>
                <c:pt idx="8">
                  <c:v>38.1</c:v>
                </c:pt>
                <c:pt idx="9">
                  <c:v>38.2</c:v>
                </c:pt>
                <c:pt idx="10">
                  <c:v>37.2</c:v>
                </c:pt>
                <c:pt idx="11">
                  <c:v>37.2</c:v>
                </c:pt>
                <c:pt idx="12">
                  <c:v>37.8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5.1</c:v>
                </c:pt>
                <c:pt idx="1">
                  <c:v>5.2</c:v>
                </c:pt>
                <c:pt idx="2">
                  <c:v>5.6</c:v>
                </c:pt>
                <c:pt idx="3">
                  <c:v>5.5</c:v>
                </c:pt>
                <c:pt idx="4">
                  <c:v>5.2</c:v>
                </c:pt>
                <c:pt idx="5">
                  <c:v>5.0</c:v>
                </c:pt>
                <c:pt idx="6">
                  <c:v>4.8</c:v>
                </c:pt>
                <c:pt idx="7">
                  <c:v>4.5</c:v>
                </c:pt>
                <c:pt idx="8">
                  <c:v>3.8</c:v>
                </c:pt>
                <c:pt idx="9">
                  <c:v>3.9</c:v>
                </c:pt>
                <c:pt idx="10">
                  <c:v>4.1</c:v>
                </c:pt>
                <c:pt idx="11">
                  <c:v>4.3</c:v>
                </c:pt>
                <c:pt idx="12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2.5</c:v>
                </c:pt>
                <c:pt idx="1">
                  <c:v>2.6</c:v>
                </c:pt>
                <c:pt idx="2">
                  <c:v>3.1</c:v>
                </c:pt>
                <c:pt idx="3">
                  <c:v>3.1</c:v>
                </c:pt>
                <c:pt idx="4">
                  <c:v>3.4</c:v>
                </c:pt>
                <c:pt idx="5">
                  <c:v>3.2</c:v>
                </c:pt>
                <c:pt idx="6">
                  <c:v>3.5</c:v>
                </c:pt>
                <c:pt idx="7">
                  <c:v>3.4</c:v>
                </c:pt>
                <c:pt idx="8">
                  <c:v>3.1</c:v>
                </c:pt>
                <c:pt idx="9">
                  <c:v>3.3</c:v>
                </c:pt>
                <c:pt idx="10">
                  <c:v>3.4</c:v>
                </c:pt>
                <c:pt idx="11">
                  <c:v>3.4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1.8</c:v>
                </c:pt>
                <c:pt idx="1">
                  <c:v>1.6</c:v>
                </c:pt>
                <c:pt idx="2">
                  <c:v>1.6</c:v>
                </c:pt>
                <c:pt idx="3">
                  <c:v>1.5</c:v>
                </c:pt>
                <c:pt idx="4">
                  <c:v>1.1</c:v>
                </c:pt>
                <c:pt idx="5">
                  <c:v>1.1</c:v>
                </c:pt>
                <c:pt idx="6">
                  <c:v>0.9</c:v>
                </c:pt>
                <c:pt idx="7">
                  <c:v>1.1</c:v>
                </c:pt>
                <c:pt idx="8">
                  <c:v>1.2</c:v>
                </c:pt>
                <c:pt idx="9">
                  <c:v>1.2</c:v>
                </c:pt>
                <c:pt idx="10">
                  <c:v>1.1</c:v>
                </c:pt>
                <c:pt idx="11">
                  <c:v>1.1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9.2</c:v>
                </c:pt>
                <c:pt idx="1">
                  <c:v>9.5</c:v>
                </c:pt>
                <c:pt idx="2">
                  <c:v>9.3</c:v>
                </c:pt>
                <c:pt idx="3">
                  <c:v>9.0</c:v>
                </c:pt>
                <c:pt idx="4">
                  <c:v>8.3</c:v>
                </c:pt>
                <c:pt idx="5">
                  <c:v>7.7</c:v>
                </c:pt>
                <c:pt idx="6">
                  <c:v>7.9</c:v>
                </c:pt>
                <c:pt idx="7">
                  <c:v>8.6</c:v>
                </c:pt>
                <c:pt idx="8">
                  <c:v>10.6</c:v>
                </c:pt>
                <c:pt idx="9">
                  <c:v>10.2</c:v>
                </c:pt>
                <c:pt idx="10">
                  <c:v>9.7</c:v>
                </c:pt>
                <c:pt idx="11">
                  <c:v>9.0</c:v>
                </c:pt>
                <c:pt idx="12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41.2</c:v>
                </c:pt>
                <c:pt idx="1">
                  <c:v>41.0</c:v>
                </c:pt>
                <c:pt idx="2">
                  <c:v>41.0</c:v>
                </c:pt>
                <c:pt idx="3">
                  <c:v>41.0</c:v>
                </c:pt>
                <c:pt idx="4">
                  <c:v>41.4</c:v>
                </c:pt>
                <c:pt idx="5">
                  <c:v>41.5</c:v>
                </c:pt>
                <c:pt idx="6">
                  <c:v>41.6</c:v>
                </c:pt>
                <c:pt idx="7">
                  <c:v>41.8</c:v>
                </c:pt>
                <c:pt idx="8">
                  <c:v>41.5</c:v>
                </c:pt>
                <c:pt idx="9">
                  <c:v>41.0</c:v>
                </c:pt>
                <c:pt idx="10">
                  <c:v>40.8</c:v>
                </c:pt>
                <c:pt idx="11">
                  <c:v>40.7</c:v>
                </c:pt>
                <c:pt idx="12">
                  <c:v>40.8</c:v>
                </c:pt>
                <c:pt idx="13">
                  <c:v>41.0</c:v>
                </c:pt>
                <c:pt idx="14">
                  <c:v>41.0</c:v>
                </c:pt>
                <c:pt idx="15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37.5</c:v>
                </c:pt>
                <c:pt idx="1">
                  <c:v>37.5</c:v>
                </c:pt>
                <c:pt idx="2">
                  <c:v>37.7</c:v>
                </c:pt>
                <c:pt idx="3">
                  <c:v>37.6</c:v>
                </c:pt>
                <c:pt idx="4">
                  <c:v>36.8</c:v>
                </c:pt>
                <c:pt idx="5">
                  <c:v>36.8</c:v>
                </c:pt>
                <c:pt idx="6">
                  <c:v>36.9</c:v>
                </c:pt>
                <c:pt idx="7">
                  <c:v>37.0</c:v>
                </c:pt>
                <c:pt idx="8">
                  <c:v>37.4</c:v>
                </c:pt>
                <c:pt idx="9">
                  <c:v>37.8</c:v>
                </c:pt>
                <c:pt idx="10">
                  <c:v>38.1</c:v>
                </c:pt>
                <c:pt idx="11">
                  <c:v>38.2</c:v>
                </c:pt>
                <c:pt idx="12">
                  <c:v>38.3</c:v>
                </c:pt>
                <c:pt idx="13">
                  <c:v>38.3</c:v>
                </c:pt>
                <c:pt idx="14">
                  <c:v>37.9</c:v>
                </c:pt>
                <c:pt idx="15">
                  <c:v>37.9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6.4</c:v>
                </c:pt>
                <c:pt idx="1">
                  <c:v>6.1</c:v>
                </c:pt>
                <c:pt idx="2">
                  <c:v>6.0</c:v>
                </c:pt>
                <c:pt idx="3">
                  <c:v>5.9</c:v>
                </c:pt>
                <c:pt idx="4">
                  <c:v>6.2</c:v>
                </c:pt>
                <c:pt idx="5">
                  <c:v>6.2</c:v>
                </c:pt>
                <c:pt idx="6">
                  <c:v>6.1</c:v>
                </c:pt>
                <c:pt idx="7">
                  <c:v>6.0</c:v>
                </c:pt>
                <c:pt idx="8">
                  <c:v>5.8</c:v>
                </c:pt>
                <c:pt idx="9">
                  <c:v>5.7</c:v>
                </c:pt>
                <c:pt idx="10">
                  <c:v>5.7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5.9</c:v>
                </c:pt>
                <c:pt idx="15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3.6</c:v>
                </c:pt>
                <c:pt idx="1">
                  <c:v>3.7</c:v>
                </c:pt>
                <c:pt idx="2">
                  <c:v>3.4</c:v>
                </c:pt>
                <c:pt idx="3">
                  <c:v>3.6</c:v>
                </c:pt>
                <c:pt idx="4">
                  <c:v>3.7</c:v>
                </c:pt>
                <c:pt idx="5">
                  <c:v>3.8</c:v>
                </c:pt>
                <c:pt idx="6">
                  <c:v>3.9</c:v>
                </c:pt>
                <c:pt idx="7">
                  <c:v>3.9</c:v>
                </c:pt>
                <c:pt idx="8">
                  <c:v>3.9</c:v>
                </c:pt>
                <c:pt idx="9">
                  <c:v>3.9</c:v>
                </c:pt>
                <c:pt idx="10">
                  <c:v>3.9</c:v>
                </c:pt>
                <c:pt idx="11">
                  <c:v>3.9</c:v>
                </c:pt>
                <c:pt idx="12">
                  <c:v>3.9</c:v>
                </c:pt>
                <c:pt idx="13">
                  <c:v>3.9</c:v>
                </c:pt>
                <c:pt idx="14">
                  <c:v>3.9</c:v>
                </c:pt>
                <c:pt idx="15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1.6</c:v>
                </c:pt>
                <c:pt idx="2">
                  <c:v>1.9</c:v>
                </c:pt>
                <c:pt idx="3">
                  <c:v>1.8</c:v>
                </c:pt>
                <c:pt idx="4">
                  <c:v>1.7</c:v>
                </c:pt>
                <c:pt idx="5">
                  <c:v>1.6</c:v>
                </c:pt>
                <c:pt idx="6">
                  <c:v>1.7</c:v>
                </c:pt>
                <c:pt idx="7">
                  <c:v>1.6</c:v>
                </c:pt>
                <c:pt idx="8">
                  <c:v>1.6</c:v>
                </c:pt>
                <c:pt idx="9">
                  <c:v>1.7</c:v>
                </c:pt>
                <c:pt idx="10">
                  <c:v>1.6</c:v>
                </c:pt>
                <c:pt idx="11">
                  <c:v>1.6</c:v>
                </c:pt>
                <c:pt idx="12">
                  <c:v>1.5</c:v>
                </c:pt>
                <c:pt idx="13">
                  <c:v>1.5</c:v>
                </c:pt>
                <c:pt idx="14">
                  <c:v>1.7</c:v>
                </c:pt>
                <c:pt idx="15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9.7</c:v>
                </c:pt>
                <c:pt idx="1">
                  <c:v>10.1</c:v>
                </c:pt>
                <c:pt idx="2">
                  <c:v>10.0</c:v>
                </c:pt>
                <c:pt idx="3">
                  <c:v>10.2</c:v>
                </c:pt>
                <c:pt idx="4">
                  <c:v>10.2</c:v>
                </c:pt>
                <c:pt idx="5">
                  <c:v>10.0</c:v>
                </c:pt>
                <c:pt idx="6">
                  <c:v>9.8</c:v>
                </c:pt>
                <c:pt idx="7">
                  <c:v>9.8</c:v>
                </c:pt>
                <c:pt idx="8">
                  <c:v>9.8</c:v>
                </c:pt>
                <c:pt idx="9">
                  <c:v>9.9</c:v>
                </c:pt>
                <c:pt idx="10">
                  <c:v>9.9</c:v>
                </c:pt>
                <c:pt idx="11">
                  <c:v>9.8</c:v>
                </c:pt>
                <c:pt idx="12">
                  <c:v>9.7</c:v>
                </c:pt>
                <c:pt idx="13">
                  <c:v>9.5</c:v>
                </c:pt>
                <c:pt idx="14">
                  <c:v>9.6</c:v>
                </c:pt>
                <c:pt idx="15">
                  <c:v>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52.8</c:v>
                </c:pt>
                <c:pt idx="1">
                  <c:v>51.7</c:v>
                </c:pt>
                <c:pt idx="2">
                  <c:v>50.9</c:v>
                </c:pt>
                <c:pt idx="3">
                  <c:v>51.1</c:v>
                </c:pt>
                <c:pt idx="4">
                  <c:v>51.2</c:v>
                </c:pt>
                <c:pt idx="5">
                  <c:v>51.0</c:v>
                </c:pt>
                <c:pt idx="6">
                  <c:v>50.5</c:v>
                </c:pt>
                <c:pt idx="7">
                  <c:v>49.9</c:v>
                </c:pt>
                <c:pt idx="8">
                  <c:v>50.0</c:v>
                </c:pt>
                <c:pt idx="9">
                  <c:v>49.2</c:v>
                </c:pt>
                <c:pt idx="10">
                  <c:v>49.8</c:v>
                </c:pt>
                <c:pt idx="11">
                  <c:v>49.4</c:v>
                </c:pt>
                <c:pt idx="12">
                  <c:v>49.8</c:v>
                </c:pt>
                <c:pt idx="13">
                  <c:v>49.6</c:v>
                </c:pt>
                <c:pt idx="14">
                  <c:v>49.5</c:v>
                </c:pt>
                <c:pt idx="15">
                  <c:v>49.5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30.2</c:v>
                </c:pt>
                <c:pt idx="1">
                  <c:v>31.1</c:v>
                </c:pt>
                <c:pt idx="2">
                  <c:v>32.8</c:v>
                </c:pt>
                <c:pt idx="3">
                  <c:v>33.1</c:v>
                </c:pt>
                <c:pt idx="4">
                  <c:v>32.5</c:v>
                </c:pt>
                <c:pt idx="5">
                  <c:v>33.0</c:v>
                </c:pt>
                <c:pt idx="6">
                  <c:v>33.8</c:v>
                </c:pt>
                <c:pt idx="7">
                  <c:v>34.9</c:v>
                </c:pt>
                <c:pt idx="8">
                  <c:v>35.2</c:v>
                </c:pt>
                <c:pt idx="9">
                  <c:v>35.8</c:v>
                </c:pt>
                <c:pt idx="10">
                  <c:v>35.4</c:v>
                </c:pt>
                <c:pt idx="11">
                  <c:v>35.8</c:v>
                </c:pt>
                <c:pt idx="12">
                  <c:v>35.2</c:v>
                </c:pt>
                <c:pt idx="13">
                  <c:v>35.6</c:v>
                </c:pt>
                <c:pt idx="14">
                  <c:v>36.2</c:v>
                </c:pt>
                <c:pt idx="15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4.9</c:v>
                </c:pt>
                <c:pt idx="1">
                  <c:v>4.9</c:v>
                </c:pt>
                <c:pt idx="2">
                  <c:v>4.6</c:v>
                </c:pt>
                <c:pt idx="3">
                  <c:v>4.4</c:v>
                </c:pt>
                <c:pt idx="4">
                  <c:v>5.1</c:v>
                </c:pt>
                <c:pt idx="5">
                  <c:v>4.8</c:v>
                </c:pt>
                <c:pt idx="6">
                  <c:v>4.8</c:v>
                </c:pt>
                <c:pt idx="7">
                  <c:v>4.6</c:v>
                </c:pt>
                <c:pt idx="8">
                  <c:v>4.3</c:v>
                </c:pt>
                <c:pt idx="9">
                  <c:v>4.0</c:v>
                </c:pt>
                <c:pt idx="10">
                  <c:v>3.9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3.5</c:v>
                </c:pt>
                <c:pt idx="15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2.1</c:v>
                </c:pt>
                <c:pt idx="1">
                  <c:v>2.4</c:v>
                </c:pt>
                <c:pt idx="2">
                  <c:v>2.1</c:v>
                </c:pt>
                <c:pt idx="3">
                  <c:v>2.0</c:v>
                </c:pt>
                <c:pt idx="4">
                  <c:v>2.2</c:v>
                </c:pt>
                <c:pt idx="5">
                  <c:v>2.4</c:v>
                </c:pt>
                <c:pt idx="6">
                  <c:v>2.4</c:v>
                </c:pt>
                <c:pt idx="7">
                  <c:v>2.3</c:v>
                </c:pt>
                <c:pt idx="8">
                  <c:v>2.2</c:v>
                </c:pt>
                <c:pt idx="9">
                  <c:v>2.2</c:v>
                </c:pt>
                <c:pt idx="10">
                  <c:v>2.2</c:v>
                </c:pt>
                <c:pt idx="11">
                  <c:v>2.3</c:v>
                </c:pt>
                <c:pt idx="12">
                  <c:v>2.5</c:v>
                </c:pt>
                <c:pt idx="13">
                  <c:v>2.5</c:v>
                </c:pt>
                <c:pt idx="14">
                  <c:v>2.5</c:v>
                </c:pt>
                <c:pt idx="15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1.7</c:v>
                </c:pt>
                <c:pt idx="1">
                  <c:v>1.4</c:v>
                </c:pt>
                <c:pt idx="2">
                  <c:v>1.4</c:v>
                </c:pt>
                <c:pt idx="3">
                  <c:v>1.4</c:v>
                </c:pt>
                <c:pt idx="4">
                  <c:v>1.2</c:v>
                </c:pt>
                <c:pt idx="5">
                  <c:v>1.1</c:v>
                </c:pt>
                <c:pt idx="6">
                  <c:v>1.1</c:v>
                </c:pt>
                <c:pt idx="7">
                  <c:v>1.0</c:v>
                </c:pt>
                <c:pt idx="8">
                  <c:v>1.0</c:v>
                </c:pt>
                <c:pt idx="9">
                  <c:v>1.1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0.9</c:v>
                </c:pt>
                <c:pt idx="14">
                  <c:v>0.9</c:v>
                </c:pt>
                <c:pt idx="15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8.4</c:v>
                </c:pt>
                <c:pt idx="1">
                  <c:v>8.6</c:v>
                </c:pt>
                <c:pt idx="2">
                  <c:v>8.2</c:v>
                </c:pt>
                <c:pt idx="3">
                  <c:v>8.1</c:v>
                </c:pt>
                <c:pt idx="4">
                  <c:v>7.8</c:v>
                </c:pt>
                <c:pt idx="5">
                  <c:v>7.7</c:v>
                </c:pt>
                <c:pt idx="6">
                  <c:v>7.4</c:v>
                </c:pt>
                <c:pt idx="7">
                  <c:v>7.3</c:v>
                </c:pt>
                <c:pt idx="8">
                  <c:v>7.3</c:v>
                </c:pt>
                <c:pt idx="9">
                  <c:v>7.8</c:v>
                </c:pt>
                <c:pt idx="10">
                  <c:v>7.8</c:v>
                </c:pt>
                <c:pt idx="11">
                  <c:v>8.0</c:v>
                </c:pt>
                <c:pt idx="12">
                  <c:v>7.9</c:v>
                </c:pt>
                <c:pt idx="13">
                  <c:v>7.7</c:v>
                </c:pt>
                <c:pt idx="14">
                  <c:v>7.4</c:v>
                </c:pt>
                <c:pt idx="15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44.3</c:v>
                </c:pt>
                <c:pt idx="1">
                  <c:v>44.2</c:v>
                </c:pt>
                <c:pt idx="2">
                  <c:v>45.1</c:v>
                </c:pt>
                <c:pt idx="3">
                  <c:v>46.0</c:v>
                </c:pt>
                <c:pt idx="4">
                  <c:v>43.9</c:v>
                </c:pt>
                <c:pt idx="5">
                  <c:v>44.1</c:v>
                </c:pt>
                <c:pt idx="6">
                  <c:v>44.3</c:v>
                </c:pt>
                <c:pt idx="7">
                  <c:v>44.3</c:v>
                </c:pt>
                <c:pt idx="8">
                  <c:v>44.3</c:v>
                </c:pt>
                <c:pt idx="9">
                  <c:v>42.8</c:v>
                </c:pt>
                <c:pt idx="10">
                  <c:v>43.9</c:v>
                </c:pt>
                <c:pt idx="11">
                  <c:v>44.3</c:v>
                </c:pt>
                <c:pt idx="12">
                  <c:v>44.5</c:v>
                </c:pt>
                <c:pt idx="13">
                  <c:v>44.5</c:v>
                </c:pt>
                <c:pt idx="14">
                  <c:v>44.9</c:v>
                </c:pt>
                <c:pt idx="15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34.1</c:v>
                </c:pt>
                <c:pt idx="1">
                  <c:v>34.8</c:v>
                </c:pt>
                <c:pt idx="2">
                  <c:v>35.0</c:v>
                </c:pt>
                <c:pt idx="3">
                  <c:v>35.2</c:v>
                </c:pt>
                <c:pt idx="4">
                  <c:v>35.2</c:v>
                </c:pt>
                <c:pt idx="5">
                  <c:v>35.5</c:v>
                </c:pt>
                <c:pt idx="6">
                  <c:v>36.2</c:v>
                </c:pt>
                <c:pt idx="7">
                  <c:v>37.0</c:v>
                </c:pt>
                <c:pt idx="8">
                  <c:v>37.4</c:v>
                </c:pt>
                <c:pt idx="9">
                  <c:v>39.6</c:v>
                </c:pt>
                <c:pt idx="10">
                  <c:v>38.8</c:v>
                </c:pt>
                <c:pt idx="11">
                  <c:v>39.0</c:v>
                </c:pt>
                <c:pt idx="12">
                  <c:v>39.5</c:v>
                </c:pt>
                <c:pt idx="13">
                  <c:v>39.6</c:v>
                </c:pt>
                <c:pt idx="14">
                  <c:v>39.1</c:v>
                </c:pt>
                <c:pt idx="15">
                  <c:v>39.1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9.5</c:v>
                </c:pt>
                <c:pt idx="1">
                  <c:v>8.9</c:v>
                </c:pt>
                <c:pt idx="2">
                  <c:v>8.6</c:v>
                </c:pt>
                <c:pt idx="3">
                  <c:v>8.3</c:v>
                </c:pt>
                <c:pt idx="4">
                  <c:v>11.2</c:v>
                </c:pt>
                <c:pt idx="5">
                  <c:v>10.8</c:v>
                </c:pt>
                <c:pt idx="6">
                  <c:v>10.3</c:v>
                </c:pt>
                <c:pt idx="7">
                  <c:v>9.8</c:v>
                </c:pt>
                <c:pt idx="8">
                  <c:v>9.4</c:v>
                </c:pt>
                <c:pt idx="9">
                  <c:v>8.8</c:v>
                </c:pt>
                <c:pt idx="10">
                  <c:v>8.5</c:v>
                </c:pt>
                <c:pt idx="11">
                  <c:v>8.2</c:v>
                </c:pt>
                <c:pt idx="12">
                  <c:v>7.9</c:v>
                </c:pt>
                <c:pt idx="13">
                  <c:v>8.1</c:v>
                </c:pt>
                <c:pt idx="14">
                  <c:v>7.9</c:v>
                </c:pt>
                <c:pt idx="15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1.9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2.6</c:v>
                </c:pt>
                <c:pt idx="5">
                  <c:v>2.5</c:v>
                </c:pt>
                <c:pt idx="6">
                  <c:v>2.4</c:v>
                </c:pt>
                <c:pt idx="7">
                  <c:v>2.3</c:v>
                </c:pt>
                <c:pt idx="8">
                  <c:v>2.4</c:v>
                </c:pt>
                <c:pt idx="9">
                  <c:v>2.3</c:v>
                </c:pt>
                <c:pt idx="10">
                  <c:v>2.4</c:v>
                </c:pt>
                <c:pt idx="11">
                  <c:v>2.2</c:v>
                </c:pt>
                <c:pt idx="12">
                  <c:v>2.1</c:v>
                </c:pt>
                <c:pt idx="13">
                  <c:v>2.0</c:v>
                </c:pt>
                <c:pt idx="14">
                  <c:v>2.1</c:v>
                </c:pt>
                <c:pt idx="15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2.5</c:v>
                </c:pt>
                <c:pt idx="1">
                  <c:v>2.1</c:v>
                </c:pt>
                <c:pt idx="2">
                  <c:v>2.1</c:v>
                </c:pt>
                <c:pt idx="3">
                  <c:v>1.9</c:v>
                </c:pt>
                <c:pt idx="4">
                  <c:v>1.5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1.6</c:v>
                </c:pt>
                <c:pt idx="10">
                  <c:v>1.5</c:v>
                </c:pt>
                <c:pt idx="11">
                  <c:v>1.5</c:v>
                </c:pt>
                <c:pt idx="12">
                  <c:v>1.4</c:v>
                </c:pt>
                <c:pt idx="13">
                  <c:v>1.3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7.7</c:v>
                </c:pt>
                <c:pt idx="1">
                  <c:v>7.5</c:v>
                </c:pt>
                <c:pt idx="2">
                  <c:v>6.9</c:v>
                </c:pt>
                <c:pt idx="3">
                  <c:v>6.3</c:v>
                </c:pt>
                <c:pt idx="4">
                  <c:v>5.6</c:v>
                </c:pt>
                <c:pt idx="5">
                  <c:v>5.7</c:v>
                </c:pt>
                <c:pt idx="6">
                  <c:v>5.4</c:v>
                </c:pt>
                <c:pt idx="7">
                  <c:v>5.3</c:v>
                </c:pt>
                <c:pt idx="8">
                  <c:v>5.1</c:v>
                </c:pt>
                <c:pt idx="9">
                  <c:v>5.0</c:v>
                </c:pt>
                <c:pt idx="10">
                  <c:v>5.0</c:v>
                </c:pt>
                <c:pt idx="11">
                  <c:v>4.8</c:v>
                </c:pt>
                <c:pt idx="12">
                  <c:v>4.6</c:v>
                </c:pt>
                <c:pt idx="13">
                  <c:v>4.6</c:v>
                </c:pt>
                <c:pt idx="14">
                  <c:v>4.7</c:v>
                </c:pt>
                <c:pt idx="15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52.0</c:v>
                </c:pt>
                <c:pt idx="1">
                  <c:v>51.1</c:v>
                </c:pt>
                <c:pt idx="2">
                  <c:v>49.8</c:v>
                </c:pt>
                <c:pt idx="3">
                  <c:v>49.4</c:v>
                </c:pt>
                <c:pt idx="4">
                  <c:v>49.5</c:v>
                </c:pt>
                <c:pt idx="5">
                  <c:v>49.0</c:v>
                </c:pt>
                <c:pt idx="6">
                  <c:v>48.7</c:v>
                </c:pt>
                <c:pt idx="7">
                  <c:v>48.1</c:v>
                </c:pt>
                <c:pt idx="8">
                  <c:v>47.6</c:v>
                </c:pt>
                <c:pt idx="9">
                  <c:v>47.1</c:v>
                </c:pt>
                <c:pt idx="10">
                  <c:v>46.9</c:v>
                </c:pt>
                <c:pt idx="11">
                  <c:v>46.3</c:v>
                </c:pt>
                <c:pt idx="12">
                  <c:v>46.5</c:v>
                </c:pt>
                <c:pt idx="13">
                  <c:v>46.3</c:v>
                </c:pt>
                <c:pt idx="14">
                  <c:v>46.2</c:v>
                </c:pt>
                <c:pt idx="15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34.4</c:v>
                </c:pt>
                <c:pt idx="1">
                  <c:v>35.5</c:v>
                </c:pt>
                <c:pt idx="2">
                  <c:v>37.1</c:v>
                </c:pt>
                <c:pt idx="3">
                  <c:v>37.3</c:v>
                </c:pt>
                <c:pt idx="4">
                  <c:v>36.7</c:v>
                </c:pt>
                <c:pt idx="5">
                  <c:v>37.0</c:v>
                </c:pt>
                <c:pt idx="6">
                  <c:v>37.4</c:v>
                </c:pt>
                <c:pt idx="7">
                  <c:v>38.3</c:v>
                </c:pt>
                <c:pt idx="8">
                  <c:v>39.2</c:v>
                </c:pt>
                <c:pt idx="9">
                  <c:v>40.1</c:v>
                </c:pt>
                <c:pt idx="10">
                  <c:v>40.1</c:v>
                </c:pt>
                <c:pt idx="11">
                  <c:v>40.5</c:v>
                </c:pt>
                <c:pt idx="12">
                  <c:v>40.1</c:v>
                </c:pt>
                <c:pt idx="13">
                  <c:v>40.5</c:v>
                </c:pt>
                <c:pt idx="14">
                  <c:v>41.0</c:v>
                </c:pt>
                <c:pt idx="15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5.2</c:v>
                </c:pt>
                <c:pt idx="1">
                  <c:v>5.1</c:v>
                </c:pt>
                <c:pt idx="2">
                  <c:v>4.8</c:v>
                </c:pt>
                <c:pt idx="3">
                  <c:v>4.7</c:v>
                </c:pt>
                <c:pt idx="4">
                  <c:v>4.8</c:v>
                </c:pt>
                <c:pt idx="5">
                  <c:v>4.7</c:v>
                </c:pt>
                <c:pt idx="6">
                  <c:v>4.6</c:v>
                </c:pt>
                <c:pt idx="7">
                  <c:v>4.5</c:v>
                </c:pt>
                <c:pt idx="8">
                  <c:v>4.4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4.4</c:v>
                </c:pt>
                <c:pt idx="13">
                  <c:v>4.4</c:v>
                </c:pt>
                <c:pt idx="14">
                  <c:v>4.6</c:v>
                </c:pt>
                <c:pt idx="15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2.7</c:v>
                </c:pt>
                <c:pt idx="1">
                  <c:v>2.7</c:v>
                </c:pt>
                <c:pt idx="2">
                  <c:v>2.3</c:v>
                </c:pt>
                <c:pt idx="3">
                  <c:v>2.4</c:v>
                </c:pt>
                <c:pt idx="4">
                  <c:v>2.9</c:v>
                </c:pt>
                <c:pt idx="5">
                  <c:v>3.2</c:v>
                </c:pt>
                <c:pt idx="6">
                  <c:v>3.3</c:v>
                </c:pt>
                <c:pt idx="7">
                  <c:v>3.2</c:v>
                </c:pt>
                <c:pt idx="8">
                  <c:v>3.1</c:v>
                </c:pt>
                <c:pt idx="9">
                  <c:v>3.1</c:v>
                </c:pt>
                <c:pt idx="10">
                  <c:v>3.2</c:v>
                </c:pt>
                <c:pt idx="11">
                  <c:v>3.3</c:v>
                </c:pt>
                <c:pt idx="12">
                  <c:v>3.5</c:v>
                </c:pt>
                <c:pt idx="13">
                  <c:v>3.5</c:v>
                </c:pt>
                <c:pt idx="14">
                  <c:v>3.3</c:v>
                </c:pt>
                <c:pt idx="15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1.3</c:v>
                </c:pt>
                <c:pt idx="2">
                  <c:v>1.5</c:v>
                </c:pt>
                <c:pt idx="3">
                  <c:v>1.5</c:v>
                </c:pt>
                <c:pt idx="4">
                  <c:v>1.5</c:v>
                </c:pt>
                <c:pt idx="5">
                  <c:v>1.4</c:v>
                </c:pt>
                <c:pt idx="6">
                  <c:v>1.5</c:v>
                </c:pt>
                <c:pt idx="7">
                  <c:v>1.4</c:v>
                </c:pt>
                <c:pt idx="8">
                  <c:v>1.4</c:v>
                </c:pt>
                <c:pt idx="9">
                  <c:v>1.4</c:v>
                </c:pt>
                <c:pt idx="10">
                  <c:v>1.3</c:v>
                </c:pt>
                <c:pt idx="11">
                  <c:v>1.3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4.2</c:v>
                </c:pt>
                <c:pt idx="1">
                  <c:v>4.3</c:v>
                </c:pt>
                <c:pt idx="2">
                  <c:v>4.4</c:v>
                </c:pt>
                <c:pt idx="3">
                  <c:v>4.7</c:v>
                </c:pt>
                <c:pt idx="4">
                  <c:v>4.7</c:v>
                </c:pt>
                <c:pt idx="5">
                  <c:v>4.7</c:v>
                </c:pt>
                <c:pt idx="6">
                  <c:v>4.5</c:v>
                </c:pt>
                <c:pt idx="7">
                  <c:v>4.5</c:v>
                </c:pt>
                <c:pt idx="8">
                  <c:v>4.3</c:v>
                </c:pt>
                <c:pt idx="9">
                  <c:v>4.2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4.0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38.1</c:v>
                </c:pt>
                <c:pt idx="1">
                  <c:v>37.7</c:v>
                </c:pt>
                <c:pt idx="2">
                  <c:v>37.3</c:v>
                </c:pt>
                <c:pt idx="3">
                  <c:v>37.6</c:v>
                </c:pt>
                <c:pt idx="4">
                  <c:v>37.5</c:v>
                </c:pt>
                <c:pt idx="5">
                  <c:v>37.3</c:v>
                </c:pt>
                <c:pt idx="6">
                  <c:v>37.3</c:v>
                </c:pt>
                <c:pt idx="7">
                  <c:v>36.8</c:v>
                </c:pt>
                <c:pt idx="8">
                  <c:v>36.6</c:v>
                </c:pt>
                <c:pt idx="9">
                  <c:v>36.0</c:v>
                </c:pt>
                <c:pt idx="10">
                  <c:v>36.3</c:v>
                </c:pt>
                <c:pt idx="11">
                  <c:v>36.4</c:v>
                </c:pt>
                <c:pt idx="12">
                  <c:v>36.7</c:v>
                </c:pt>
                <c:pt idx="13">
                  <c:v>36.7</c:v>
                </c:pt>
                <c:pt idx="14">
                  <c:v>36.8</c:v>
                </c:pt>
                <c:pt idx="15">
                  <c:v>36.8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44.6</c:v>
                </c:pt>
                <c:pt idx="1">
                  <c:v>45.0</c:v>
                </c:pt>
                <c:pt idx="2">
                  <c:v>45.9</c:v>
                </c:pt>
                <c:pt idx="3">
                  <c:v>45.8</c:v>
                </c:pt>
                <c:pt idx="4">
                  <c:v>45.5</c:v>
                </c:pt>
                <c:pt idx="5">
                  <c:v>46.0</c:v>
                </c:pt>
                <c:pt idx="6">
                  <c:v>46.5</c:v>
                </c:pt>
                <c:pt idx="7">
                  <c:v>47.4</c:v>
                </c:pt>
                <c:pt idx="8">
                  <c:v>48.0</c:v>
                </c:pt>
                <c:pt idx="9">
                  <c:v>48.5</c:v>
                </c:pt>
                <c:pt idx="10">
                  <c:v>48.4</c:v>
                </c:pt>
                <c:pt idx="11">
                  <c:v>48.5</c:v>
                </c:pt>
                <c:pt idx="12">
                  <c:v>48.3</c:v>
                </c:pt>
                <c:pt idx="13">
                  <c:v>48.5</c:v>
                </c:pt>
                <c:pt idx="14">
                  <c:v>48.7</c:v>
                </c:pt>
                <c:pt idx="15">
                  <c:v>48.7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5.5</c:v>
                </c:pt>
                <c:pt idx="1">
                  <c:v>5.4</c:v>
                </c:pt>
                <c:pt idx="2">
                  <c:v>5.1</c:v>
                </c:pt>
                <c:pt idx="3">
                  <c:v>5.0</c:v>
                </c:pt>
                <c:pt idx="4">
                  <c:v>5.5</c:v>
                </c:pt>
                <c:pt idx="5">
                  <c:v>5.4</c:v>
                </c:pt>
                <c:pt idx="6">
                  <c:v>5.3</c:v>
                </c:pt>
                <c:pt idx="7">
                  <c:v>5.0</c:v>
                </c:pt>
                <c:pt idx="8">
                  <c:v>4.7</c:v>
                </c:pt>
                <c:pt idx="9">
                  <c:v>4.6</c:v>
                </c:pt>
                <c:pt idx="10">
                  <c:v>4.5</c:v>
                </c:pt>
                <c:pt idx="11">
                  <c:v>4.4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1.5</c:v>
                </c:pt>
                <c:pt idx="1">
                  <c:v>1.7</c:v>
                </c:pt>
                <c:pt idx="2">
                  <c:v>1.5</c:v>
                </c:pt>
                <c:pt idx="3">
                  <c:v>1.4</c:v>
                </c:pt>
                <c:pt idx="4">
                  <c:v>1.5</c:v>
                </c:pt>
                <c:pt idx="5">
                  <c:v>1.4</c:v>
                </c:pt>
                <c:pt idx="6">
                  <c:v>1.4</c:v>
                </c:pt>
                <c:pt idx="7">
                  <c:v>1.4</c:v>
                </c:pt>
                <c:pt idx="8">
                  <c:v>1.4</c:v>
                </c:pt>
                <c:pt idx="9">
                  <c:v>1.5</c:v>
                </c:pt>
                <c:pt idx="10">
                  <c:v>1.4</c:v>
                </c:pt>
                <c:pt idx="11">
                  <c:v>1.4</c:v>
                </c:pt>
                <c:pt idx="12">
                  <c:v>1.3</c:v>
                </c:pt>
                <c:pt idx="13">
                  <c:v>1.4</c:v>
                </c:pt>
                <c:pt idx="14">
                  <c:v>1.4</c:v>
                </c:pt>
                <c:pt idx="15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1.3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  <c:pt idx="9">
                  <c:v>1.3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1.1</c:v>
                </c:pt>
                <c:pt idx="15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8.8</c:v>
                </c:pt>
                <c:pt idx="1">
                  <c:v>9.0</c:v>
                </c:pt>
                <c:pt idx="2">
                  <c:v>8.8</c:v>
                </c:pt>
                <c:pt idx="3">
                  <c:v>8.8</c:v>
                </c:pt>
                <c:pt idx="4">
                  <c:v>8.7</c:v>
                </c:pt>
                <c:pt idx="5">
                  <c:v>8.6</c:v>
                </c:pt>
                <c:pt idx="6">
                  <c:v>8.3</c:v>
                </c:pt>
                <c:pt idx="7">
                  <c:v>8.2</c:v>
                </c:pt>
                <c:pt idx="8">
                  <c:v>8.1</c:v>
                </c:pt>
                <c:pt idx="9">
                  <c:v>8.3</c:v>
                </c:pt>
                <c:pt idx="10">
                  <c:v>8.2</c:v>
                </c:pt>
                <c:pt idx="11">
                  <c:v>8.1</c:v>
                </c:pt>
                <c:pt idx="12">
                  <c:v>8.1</c:v>
                </c:pt>
                <c:pt idx="13">
                  <c:v>7.9</c:v>
                </c:pt>
                <c:pt idx="14">
                  <c:v>7.7</c:v>
                </c:pt>
                <c:pt idx="15">
                  <c:v>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72.2</c:v>
                </c:pt>
                <c:pt idx="1">
                  <c:v>71.3</c:v>
                </c:pt>
                <c:pt idx="2">
                  <c:v>71.5</c:v>
                </c:pt>
                <c:pt idx="3">
                  <c:v>70.8</c:v>
                </c:pt>
                <c:pt idx="4">
                  <c:v>70.5</c:v>
                </c:pt>
                <c:pt idx="5">
                  <c:v>70.0</c:v>
                </c:pt>
                <c:pt idx="6">
                  <c:v>69.5</c:v>
                </c:pt>
                <c:pt idx="7">
                  <c:v>69.8</c:v>
                </c:pt>
                <c:pt idx="8">
                  <c:v>69.8</c:v>
                </c:pt>
                <c:pt idx="9">
                  <c:v>68.9</c:v>
                </c:pt>
                <c:pt idx="10">
                  <c:v>68.8</c:v>
                </c:pt>
                <c:pt idx="11">
                  <c:v>68.2</c:v>
                </c:pt>
                <c:pt idx="12">
                  <c:v>67.4</c:v>
                </c:pt>
                <c:pt idx="13">
                  <c:v>67.9</c:v>
                </c:pt>
                <c:pt idx="14">
                  <c:v>67.4</c:v>
                </c:pt>
                <c:pt idx="15">
                  <c:v>67.4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5.1</c:v>
                </c:pt>
                <c:pt idx="1">
                  <c:v>5.4</c:v>
                </c:pt>
                <c:pt idx="2">
                  <c:v>5.6</c:v>
                </c:pt>
                <c:pt idx="3">
                  <c:v>6.2</c:v>
                </c:pt>
                <c:pt idx="4">
                  <c:v>5.9</c:v>
                </c:pt>
                <c:pt idx="5">
                  <c:v>5.9</c:v>
                </c:pt>
                <c:pt idx="6">
                  <c:v>6.8</c:v>
                </c:pt>
                <c:pt idx="7">
                  <c:v>6.9</c:v>
                </c:pt>
                <c:pt idx="8">
                  <c:v>6.8</c:v>
                </c:pt>
                <c:pt idx="9">
                  <c:v>7.4</c:v>
                </c:pt>
                <c:pt idx="10">
                  <c:v>7.3</c:v>
                </c:pt>
                <c:pt idx="11">
                  <c:v>7.4</c:v>
                </c:pt>
                <c:pt idx="12">
                  <c:v>8.0</c:v>
                </c:pt>
                <c:pt idx="13">
                  <c:v>7.8</c:v>
                </c:pt>
                <c:pt idx="14">
                  <c:v>7.8</c:v>
                </c:pt>
                <c:pt idx="15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6.3</c:v>
                </c:pt>
                <c:pt idx="1">
                  <c:v>6.0</c:v>
                </c:pt>
                <c:pt idx="2">
                  <c:v>6.0</c:v>
                </c:pt>
                <c:pt idx="3">
                  <c:v>5.8</c:v>
                </c:pt>
                <c:pt idx="4">
                  <c:v>6.3</c:v>
                </c:pt>
                <c:pt idx="5">
                  <c:v>6.2</c:v>
                </c:pt>
                <c:pt idx="6">
                  <c:v>6.1</c:v>
                </c:pt>
                <c:pt idx="7">
                  <c:v>6.1</c:v>
                </c:pt>
                <c:pt idx="8">
                  <c:v>6.1</c:v>
                </c:pt>
                <c:pt idx="9">
                  <c:v>5.8</c:v>
                </c:pt>
                <c:pt idx="10">
                  <c:v>5.7</c:v>
                </c:pt>
                <c:pt idx="11">
                  <c:v>5.7</c:v>
                </c:pt>
                <c:pt idx="12">
                  <c:v>5.9</c:v>
                </c:pt>
                <c:pt idx="13">
                  <c:v>5.8</c:v>
                </c:pt>
                <c:pt idx="14">
                  <c:v>6.1</c:v>
                </c:pt>
                <c:pt idx="15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6.0</c:v>
                </c:pt>
                <c:pt idx="1">
                  <c:v>6.2</c:v>
                </c:pt>
                <c:pt idx="2">
                  <c:v>5.8</c:v>
                </c:pt>
                <c:pt idx="3">
                  <c:v>6.2</c:v>
                </c:pt>
                <c:pt idx="4">
                  <c:v>6.7</c:v>
                </c:pt>
                <c:pt idx="5">
                  <c:v>7.4</c:v>
                </c:pt>
                <c:pt idx="6">
                  <c:v>7.6</c:v>
                </c:pt>
                <c:pt idx="7">
                  <c:v>7.3</c:v>
                </c:pt>
                <c:pt idx="8">
                  <c:v>7.3</c:v>
                </c:pt>
                <c:pt idx="9">
                  <c:v>7.0</c:v>
                </c:pt>
                <c:pt idx="10">
                  <c:v>7.3</c:v>
                </c:pt>
                <c:pt idx="11">
                  <c:v>7.7</c:v>
                </c:pt>
                <c:pt idx="12">
                  <c:v>8.0</c:v>
                </c:pt>
                <c:pt idx="13">
                  <c:v>7.9</c:v>
                </c:pt>
                <c:pt idx="14">
                  <c:v>7.6</c:v>
                </c:pt>
                <c:pt idx="15">
                  <c:v>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1.9</c:v>
                </c:pt>
                <c:pt idx="1">
                  <c:v>1.8</c:v>
                </c:pt>
                <c:pt idx="2">
                  <c:v>2.1</c:v>
                </c:pt>
                <c:pt idx="3">
                  <c:v>1.9</c:v>
                </c:pt>
                <c:pt idx="4">
                  <c:v>1.6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  <c:pt idx="9">
                  <c:v>1.6</c:v>
                </c:pt>
                <c:pt idx="10">
                  <c:v>1.5</c:v>
                </c:pt>
                <c:pt idx="11">
                  <c:v>1.5</c:v>
                </c:pt>
                <c:pt idx="12">
                  <c:v>1.4</c:v>
                </c:pt>
                <c:pt idx="13">
                  <c:v>1.4</c:v>
                </c:pt>
                <c:pt idx="14">
                  <c:v>1.7</c:v>
                </c:pt>
                <c:pt idx="15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8.5</c:v>
                </c:pt>
                <c:pt idx="1">
                  <c:v>9.3</c:v>
                </c:pt>
                <c:pt idx="2">
                  <c:v>9.0</c:v>
                </c:pt>
                <c:pt idx="3">
                  <c:v>9.1</c:v>
                </c:pt>
                <c:pt idx="4">
                  <c:v>8.9</c:v>
                </c:pt>
                <c:pt idx="5">
                  <c:v>8.9</c:v>
                </c:pt>
                <c:pt idx="6">
                  <c:v>8.5</c:v>
                </c:pt>
                <c:pt idx="7">
                  <c:v>8.4</c:v>
                </c:pt>
                <c:pt idx="8">
                  <c:v>8.6</c:v>
                </c:pt>
                <c:pt idx="9">
                  <c:v>9.3</c:v>
                </c:pt>
                <c:pt idx="10">
                  <c:v>9.4</c:v>
                </c:pt>
                <c:pt idx="11">
                  <c:v>9.5</c:v>
                </c:pt>
                <c:pt idx="12">
                  <c:v>9.4</c:v>
                </c:pt>
                <c:pt idx="13">
                  <c:v>9.2</c:v>
                </c:pt>
                <c:pt idx="14">
                  <c:v>9.5</c:v>
                </c:pt>
                <c:pt idx="15">
                  <c:v>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46.3</c:v>
                </c:pt>
                <c:pt idx="1">
                  <c:v>45.8</c:v>
                </c:pt>
                <c:pt idx="2">
                  <c:v>45.4</c:v>
                </c:pt>
                <c:pt idx="3">
                  <c:v>45.5</c:v>
                </c:pt>
                <c:pt idx="4">
                  <c:v>45.5</c:v>
                </c:pt>
                <c:pt idx="5">
                  <c:v>45.3</c:v>
                </c:pt>
                <c:pt idx="6">
                  <c:v>45.1</c:v>
                </c:pt>
                <c:pt idx="7">
                  <c:v>44.9</c:v>
                </c:pt>
                <c:pt idx="8">
                  <c:v>44.8</c:v>
                </c:pt>
                <c:pt idx="9">
                  <c:v>44.0</c:v>
                </c:pt>
                <c:pt idx="10">
                  <c:v>44.2</c:v>
                </c:pt>
                <c:pt idx="11">
                  <c:v>43.9</c:v>
                </c:pt>
                <c:pt idx="12">
                  <c:v>44.1</c:v>
                </c:pt>
                <c:pt idx="13">
                  <c:v>44.2</c:v>
                </c:pt>
                <c:pt idx="14">
                  <c:v>44.2</c:v>
                </c:pt>
                <c:pt idx="15">
                  <c:v>44.2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35.6</c:v>
                </c:pt>
                <c:pt idx="1">
                  <c:v>36.2</c:v>
                </c:pt>
                <c:pt idx="2">
                  <c:v>37.1</c:v>
                </c:pt>
                <c:pt idx="3">
                  <c:v>37.2</c:v>
                </c:pt>
                <c:pt idx="4">
                  <c:v>36.5</c:v>
                </c:pt>
                <c:pt idx="5">
                  <c:v>36.8</c:v>
                </c:pt>
                <c:pt idx="6">
                  <c:v>37.3</c:v>
                </c:pt>
                <c:pt idx="7">
                  <c:v>37.9</c:v>
                </c:pt>
                <c:pt idx="8">
                  <c:v>38.2</c:v>
                </c:pt>
                <c:pt idx="9">
                  <c:v>38.9</c:v>
                </c:pt>
                <c:pt idx="10">
                  <c:v>38.9</c:v>
                </c:pt>
                <c:pt idx="11">
                  <c:v>39.2</c:v>
                </c:pt>
                <c:pt idx="12">
                  <c:v>38.8</c:v>
                </c:pt>
                <c:pt idx="13">
                  <c:v>38.9</c:v>
                </c:pt>
                <c:pt idx="14">
                  <c:v>38.9</c:v>
                </c:pt>
                <c:pt idx="15">
                  <c:v>38.9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5.7</c:v>
                </c:pt>
                <c:pt idx="1">
                  <c:v>5.4</c:v>
                </c:pt>
                <c:pt idx="2">
                  <c:v>5.2</c:v>
                </c:pt>
                <c:pt idx="3">
                  <c:v>5.1</c:v>
                </c:pt>
                <c:pt idx="4">
                  <c:v>5.5</c:v>
                </c:pt>
                <c:pt idx="5">
                  <c:v>5.4</c:v>
                </c:pt>
                <c:pt idx="6">
                  <c:v>5.2</c:v>
                </c:pt>
                <c:pt idx="7">
                  <c:v>5.1</c:v>
                </c:pt>
                <c:pt idx="8">
                  <c:v>4.9</c:v>
                </c:pt>
                <c:pt idx="9">
                  <c:v>4.7</c:v>
                </c:pt>
                <c:pt idx="10">
                  <c:v>4.6</c:v>
                </c:pt>
                <c:pt idx="11">
                  <c:v>4.6</c:v>
                </c:pt>
                <c:pt idx="12">
                  <c:v>4.6</c:v>
                </c:pt>
                <c:pt idx="13">
                  <c:v>4.6</c:v>
                </c:pt>
                <c:pt idx="14">
                  <c:v>4.7</c:v>
                </c:pt>
                <c:pt idx="15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2.9</c:v>
                </c:pt>
                <c:pt idx="1">
                  <c:v>3.0</c:v>
                </c:pt>
                <c:pt idx="2">
                  <c:v>2.7</c:v>
                </c:pt>
                <c:pt idx="3">
                  <c:v>2.7</c:v>
                </c:pt>
                <c:pt idx="4">
                  <c:v>3.0</c:v>
                </c:pt>
                <c:pt idx="5">
                  <c:v>3.1</c:v>
                </c:pt>
                <c:pt idx="6">
                  <c:v>3.2</c:v>
                </c:pt>
                <c:pt idx="7">
                  <c:v>3.1</c:v>
                </c:pt>
                <c:pt idx="8">
                  <c:v>3.1</c:v>
                </c:pt>
                <c:pt idx="9">
                  <c:v>3.0</c:v>
                </c:pt>
                <c:pt idx="10">
                  <c:v>3.0</c:v>
                </c:pt>
                <c:pt idx="11">
                  <c:v>3.1</c:v>
                </c:pt>
                <c:pt idx="12">
                  <c:v>3.2</c:v>
                </c:pt>
                <c:pt idx="13">
                  <c:v>3.2</c:v>
                </c:pt>
                <c:pt idx="14">
                  <c:v>3.1</c:v>
                </c:pt>
                <c:pt idx="15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1.4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1.2</c:v>
                </c:pt>
                <c:pt idx="13">
                  <c:v>1.2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8.0</c:v>
                </c:pt>
                <c:pt idx="1">
                  <c:v>8.2</c:v>
                </c:pt>
                <c:pt idx="2">
                  <c:v>8.1</c:v>
                </c:pt>
                <c:pt idx="3">
                  <c:v>8.1</c:v>
                </c:pt>
                <c:pt idx="4">
                  <c:v>8.2</c:v>
                </c:pt>
                <c:pt idx="5">
                  <c:v>8.1</c:v>
                </c:pt>
                <c:pt idx="6">
                  <c:v>7.8</c:v>
                </c:pt>
                <c:pt idx="7">
                  <c:v>7.8</c:v>
                </c:pt>
                <c:pt idx="8">
                  <c:v>7.7</c:v>
                </c:pt>
                <c:pt idx="9">
                  <c:v>8.0</c:v>
                </c:pt>
                <c:pt idx="10">
                  <c:v>8.0</c:v>
                </c:pt>
                <c:pt idx="11">
                  <c:v>8.0</c:v>
                </c:pt>
                <c:pt idx="12">
                  <c:v>8.0</c:v>
                </c:pt>
                <c:pt idx="13">
                  <c:v>7.8</c:v>
                </c:pt>
                <c:pt idx="14">
                  <c:v>7.8</c:v>
                </c:pt>
                <c:pt idx="15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50.8</c:v>
                </c:pt>
                <c:pt idx="1">
                  <c:v>48.4</c:v>
                </c:pt>
                <c:pt idx="2">
                  <c:v>46.5</c:v>
                </c:pt>
                <c:pt idx="3">
                  <c:v>46.5</c:v>
                </c:pt>
                <c:pt idx="4">
                  <c:v>48.1</c:v>
                </c:pt>
                <c:pt idx="5">
                  <c:v>49.2</c:v>
                </c:pt>
                <c:pt idx="6">
                  <c:v>49.1</c:v>
                </c:pt>
                <c:pt idx="7">
                  <c:v>48.1</c:v>
                </c:pt>
                <c:pt idx="8">
                  <c:v>47.6</c:v>
                </c:pt>
                <c:pt idx="9">
                  <c:v>48.7</c:v>
                </c:pt>
                <c:pt idx="10">
                  <c:v>48.2</c:v>
                </c:pt>
                <c:pt idx="11">
                  <c:v>49.4</c:v>
                </c:pt>
                <c:pt idx="12">
                  <c:v>49.3</c:v>
                </c:pt>
                <c:pt idx="13">
                  <c:v>49.5</c:v>
                </c:pt>
                <c:pt idx="14">
                  <c:v>49.2</c:v>
                </c:pt>
                <c:pt idx="15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27.1</c:v>
                </c:pt>
                <c:pt idx="1">
                  <c:v>28.8</c:v>
                </c:pt>
                <c:pt idx="2">
                  <c:v>30.2</c:v>
                </c:pt>
                <c:pt idx="3">
                  <c:v>30.5</c:v>
                </c:pt>
                <c:pt idx="4">
                  <c:v>30.4</c:v>
                </c:pt>
                <c:pt idx="5">
                  <c:v>30.3</c:v>
                </c:pt>
                <c:pt idx="6">
                  <c:v>31.1</c:v>
                </c:pt>
                <c:pt idx="7">
                  <c:v>32.0</c:v>
                </c:pt>
                <c:pt idx="8">
                  <c:v>32.3</c:v>
                </c:pt>
                <c:pt idx="9">
                  <c:v>32.0</c:v>
                </c:pt>
                <c:pt idx="10">
                  <c:v>32.0</c:v>
                </c:pt>
                <c:pt idx="11">
                  <c:v>31.8</c:v>
                </c:pt>
                <c:pt idx="12">
                  <c:v>32.6</c:v>
                </c:pt>
                <c:pt idx="13">
                  <c:v>32.7</c:v>
                </c:pt>
                <c:pt idx="14">
                  <c:v>33.2</c:v>
                </c:pt>
                <c:pt idx="15">
                  <c:v>33.2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7.0</c:v>
                </c:pt>
                <c:pt idx="1">
                  <c:v>6.4</c:v>
                </c:pt>
                <c:pt idx="2">
                  <c:v>6.5</c:v>
                </c:pt>
                <c:pt idx="3">
                  <c:v>6.3</c:v>
                </c:pt>
                <c:pt idx="4">
                  <c:v>6.9</c:v>
                </c:pt>
                <c:pt idx="5">
                  <c:v>6.4</c:v>
                </c:pt>
                <c:pt idx="6">
                  <c:v>6.2</c:v>
                </c:pt>
                <c:pt idx="7">
                  <c:v>6.1</c:v>
                </c:pt>
                <c:pt idx="8">
                  <c:v>5.9</c:v>
                </c:pt>
                <c:pt idx="9">
                  <c:v>5.4</c:v>
                </c:pt>
                <c:pt idx="10">
                  <c:v>5.8</c:v>
                </c:pt>
                <c:pt idx="11">
                  <c:v>5.7</c:v>
                </c:pt>
                <c:pt idx="12">
                  <c:v>5.4</c:v>
                </c:pt>
                <c:pt idx="13">
                  <c:v>5.4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0.5</c:v>
                </c:pt>
                <c:pt idx="1">
                  <c:v>0.8</c:v>
                </c:pt>
                <c:pt idx="2">
                  <c:v>0.9</c:v>
                </c:pt>
                <c:pt idx="3">
                  <c:v>0.8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1.2</c:v>
                </c:pt>
                <c:pt idx="8">
                  <c:v>1.3</c:v>
                </c:pt>
                <c:pt idx="9">
                  <c:v>1.3</c:v>
                </c:pt>
                <c:pt idx="10">
                  <c:v>1.7</c:v>
                </c:pt>
                <c:pt idx="11">
                  <c:v>1.7</c:v>
                </c:pt>
                <c:pt idx="12">
                  <c:v>1.5</c:v>
                </c:pt>
                <c:pt idx="13">
                  <c:v>1.9</c:v>
                </c:pt>
                <c:pt idx="14">
                  <c:v>2.1</c:v>
                </c:pt>
                <c:pt idx="15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0.7</c:v>
                </c:pt>
                <c:pt idx="1">
                  <c:v>0.7</c:v>
                </c:pt>
                <c:pt idx="2">
                  <c:v>1.5</c:v>
                </c:pt>
                <c:pt idx="3">
                  <c:v>1.5</c:v>
                </c:pt>
                <c:pt idx="4">
                  <c:v>1.3</c:v>
                </c:pt>
                <c:pt idx="5">
                  <c:v>1.2</c:v>
                </c:pt>
                <c:pt idx="6">
                  <c:v>1.3</c:v>
                </c:pt>
                <c:pt idx="7">
                  <c:v>1.2</c:v>
                </c:pt>
                <c:pt idx="8">
                  <c:v>1.5</c:v>
                </c:pt>
                <c:pt idx="9">
                  <c:v>1.4</c:v>
                </c:pt>
                <c:pt idx="10">
                  <c:v>1.3</c:v>
                </c:pt>
                <c:pt idx="11">
                  <c:v>1.2</c:v>
                </c:pt>
                <c:pt idx="12">
                  <c:v>1.1</c:v>
                </c:pt>
                <c:pt idx="13">
                  <c:v>1.0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13.9</c:v>
                </c:pt>
                <c:pt idx="1">
                  <c:v>14.9</c:v>
                </c:pt>
                <c:pt idx="2">
                  <c:v>14.4</c:v>
                </c:pt>
                <c:pt idx="3">
                  <c:v>14.3</c:v>
                </c:pt>
                <c:pt idx="4">
                  <c:v>12.4</c:v>
                </c:pt>
                <c:pt idx="5">
                  <c:v>11.9</c:v>
                </c:pt>
                <c:pt idx="6">
                  <c:v>11.3</c:v>
                </c:pt>
                <c:pt idx="7">
                  <c:v>11.3</c:v>
                </c:pt>
                <c:pt idx="8">
                  <c:v>11.5</c:v>
                </c:pt>
                <c:pt idx="9">
                  <c:v>11.2</c:v>
                </c:pt>
                <c:pt idx="10">
                  <c:v>11.0</c:v>
                </c:pt>
                <c:pt idx="11">
                  <c:v>10.3</c:v>
                </c:pt>
                <c:pt idx="12">
                  <c:v>10.0</c:v>
                </c:pt>
                <c:pt idx="13">
                  <c:v>9.4</c:v>
                </c:pt>
                <c:pt idx="14">
                  <c:v>9.0</c:v>
                </c:pt>
                <c:pt idx="15">
                  <c:v>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56.2</c:v>
                </c:pt>
                <c:pt idx="1">
                  <c:v>55.1</c:v>
                </c:pt>
                <c:pt idx="2">
                  <c:v>56.1</c:v>
                </c:pt>
                <c:pt idx="3">
                  <c:v>56.0</c:v>
                </c:pt>
                <c:pt idx="4">
                  <c:v>56.7</c:v>
                </c:pt>
                <c:pt idx="5">
                  <c:v>56.1</c:v>
                </c:pt>
                <c:pt idx="6">
                  <c:v>56.5</c:v>
                </c:pt>
                <c:pt idx="7">
                  <c:v>57.0</c:v>
                </c:pt>
                <c:pt idx="8">
                  <c:v>55.4</c:v>
                </c:pt>
                <c:pt idx="9">
                  <c:v>54.8</c:v>
                </c:pt>
                <c:pt idx="10">
                  <c:v>54.6</c:v>
                </c:pt>
                <c:pt idx="11">
                  <c:v>55.6</c:v>
                </c:pt>
                <c:pt idx="12">
                  <c:v>55.2</c:v>
                </c:pt>
                <c:pt idx="13">
                  <c:v>55.9</c:v>
                </c:pt>
                <c:pt idx="14">
                  <c:v>55.8</c:v>
                </c:pt>
                <c:pt idx="15">
                  <c:v>55.8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24.5</c:v>
                </c:pt>
                <c:pt idx="1">
                  <c:v>22.1</c:v>
                </c:pt>
                <c:pt idx="2">
                  <c:v>22.6</c:v>
                </c:pt>
                <c:pt idx="3">
                  <c:v>23.4</c:v>
                </c:pt>
                <c:pt idx="4">
                  <c:v>23.0</c:v>
                </c:pt>
                <c:pt idx="5">
                  <c:v>23.4</c:v>
                </c:pt>
                <c:pt idx="6">
                  <c:v>23.1</c:v>
                </c:pt>
                <c:pt idx="7">
                  <c:v>22.8</c:v>
                </c:pt>
                <c:pt idx="8">
                  <c:v>23.6</c:v>
                </c:pt>
                <c:pt idx="9">
                  <c:v>23.5</c:v>
                </c:pt>
                <c:pt idx="10">
                  <c:v>23.6</c:v>
                </c:pt>
                <c:pt idx="11">
                  <c:v>23.3</c:v>
                </c:pt>
                <c:pt idx="12">
                  <c:v>24.1</c:v>
                </c:pt>
                <c:pt idx="13">
                  <c:v>23.9</c:v>
                </c:pt>
                <c:pt idx="14">
                  <c:v>24.2</c:v>
                </c:pt>
                <c:pt idx="15">
                  <c:v>24.2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3.1</c:v>
                </c:pt>
                <c:pt idx="1">
                  <c:v>5.5</c:v>
                </c:pt>
                <c:pt idx="2">
                  <c:v>4.9</c:v>
                </c:pt>
                <c:pt idx="3">
                  <c:v>4.5</c:v>
                </c:pt>
                <c:pt idx="4">
                  <c:v>4.6</c:v>
                </c:pt>
                <c:pt idx="5">
                  <c:v>5.2</c:v>
                </c:pt>
                <c:pt idx="6">
                  <c:v>5.4</c:v>
                </c:pt>
                <c:pt idx="7">
                  <c:v>5.2</c:v>
                </c:pt>
                <c:pt idx="8">
                  <c:v>5.5</c:v>
                </c:pt>
                <c:pt idx="9">
                  <c:v>5.4</c:v>
                </c:pt>
                <c:pt idx="10">
                  <c:v>5.5</c:v>
                </c:pt>
                <c:pt idx="11">
                  <c:v>5.2</c:v>
                </c:pt>
                <c:pt idx="12">
                  <c:v>5.2</c:v>
                </c:pt>
                <c:pt idx="13">
                  <c:v>5.3</c:v>
                </c:pt>
                <c:pt idx="14">
                  <c:v>5.3</c:v>
                </c:pt>
                <c:pt idx="15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5.1</c:v>
                </c:pt>
                <c:pt idx="1">
                  <c:v>4.8</c:v>
                </c:pt>
                <c:pt idx="2">
                  <c:v>4.3</c:v>
                </c:pt>
                <c:pt idx="3">
                  <c:v>4.0</c:v>
                </c:pt>
                <c:pt idx="4">
                  <c:v>4.3</c:v>
                </c:pt>
                <c:pt idx="5">
                  <c:v>4.3</c:v>
                </c:pt>
                <c:pt idx="6">
                  <c:v>4.2</c:v>
                </c:pt>
                <c:pt idx="7">
                  <c:v>4.0</c:v>
                </c:pt>
                <c:pt idx="8">
                  <c:v>4.3</c:v>
                </c:pt>
                <c:pt idx="9">
                  <c:v>4.7</c:v>
                </c:pt>
                <c:pt idx="10">
                  <c:v>4.8</c:v>
                </c:pt>
                <c:pt idx="11">
                  <c:v>4.6</c:v>
                </c:pt>
                <c:pt idx="12">
                  <c:v>4.5</c:v>
                </c:pt>
                <c:pt idx="13">
                  <c:v>4.4</c:v>
                </c:pt>
                <c:pt idx="14">
                  <c:v>4.1</c:v>
                </c:pt>
                <c:pt idx="15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1.5</c:v>
                </c:pt>
                <c:pt idx="2">
                  <c:v>1.5</c:v>
                </c:pt>
                <c:pt idx="3">
                  <c:v>1.3</c:v>
                </c:pt>
                <c:pt idx="4">
                  <c:v>1.4</c:v>
                </c:pt>
                <c:pt idx="5">
                  <c:v>1.6</c:v>
                </c:pt>
                <c:pt idx="6">
                  <c:v>1.5</c:v>
                </c:pt>
                <c:pt idx="7">
                  <c:v>1.5</c:v>
                </c:pt>
                <c:pt idx="8">
                  <c:v>1.4</c:v>
                </c:pt>
                <c:pt idx="9">
                  <c:v>1.3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1.1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9.7</c:v>
                </c:pt>
                <c:pt idx="1">
                  <c:v>11.0</c:v>
                </c:pt>
                <c:pt idx="2">
                  <c:v>10.7</c:v>
                </c:pt>
                <c:pt idx="3">
                  <c:v>10.7</c:v>
                </c:pt>
                <c:pt idx="4">
                  <c:v>10.0</c:v>
                </c:pt>
                <c:pt idx="5">
                  <c:v>9.5</c:v>
                </c:pt>
                <c:pt idx="6">
                  <c:v>9.3</c:v>
                </c:pt>
                <c:pt idx="7">
                  <c:v>9.5</c:v>
                </c:pt>
                <c:pt idx="8">
                  <c:v>9.8</c:v>
                </c:pt>
                <c:pt idx="9">
                  <c:v>10.3</c:v>
                </c:pt>
                <c:pt idx="10">
                  <c:v>10.3</c:v>
                </c:pt>
                <c:pt idx="11">
                  <c:v>10.1</c:v>
                </c:pt>
                <c:pt idx="12">
                  <c:v>9.8</c:v>
                </c:pt>
                <c:pt idx="13">
                  <c:v>9.3</c:v>
                </c:pt>
                <c:pt idx="14">
                  <c:v>9.3</c:v>
                </c:pt>
                <c:pt idx="15">
                  <c:v>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47.0</c:v>
                </c:pt>
                <c:pt idx="1">
                  <c:v>45.6</c:v>
                </c:pt>
                <c:pt idx="2">
                  <c:v>44.2</c:v>
                </c:pt>
                <c:pt idx="3">
                  <c:v>43.9</c:v>
                </c:pt>
                <c:pt idx="4">
                  <c:v>43.7</c:v>
                </c:pt>
                <c:pt idx="5">
                  <c:v>43.9</c:v>
                </c:pt>
                <c:pt idx="6">
                  <c:v>44.2</c:v>
                </c:pt>
                <c:pt idx="7">
                  <c:v>44.4</c:v>
                </c:pt>
                <c:pt idx="8">
                  <c:v>43.6</c:v>
                </c:pt>
                <c:pt idx="9">
                  <c:v>42.9</c:v>
                </c:pt>
                <c:pt idx="10">
                  <c:v>43.1</c:v>
                </c:pt>
                <c:pt idx="11">
                  <c:v>43.3</c:v>
                </c:pt>
                <c:pt idx="12">
                  <c:v>42.9</c:v>
                </c:pt>
                <c:pt idx="13">
                  <c:v>42.6</c:v>
                </c:pt>
                <c:pt idx="14">
                  <c:v>43.2</c:v>
                </c:pt>
                <c:pt idx="15">
                  <c:v>43.2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31.7</c:v>
                </c:pt>
                <c:pt idx="1">
                  <c:v>33.6</c:v>
                </c:pt>
                <c:pt idx="2">
                  <c:v>36.1</c:v>
                </c:pt>
                <c:pt idx="3">
                  <c:v>36.2</c:v>
                </c:pt>
                <c:pt idx="4">
                  <c:v>35.7</c:v>
                </c:pt>
                <c:pt idx="5">
                  <c:v>35.3</c:v>
                </c:pt>
                <c:pt idx="6">
                  <c:v>35.9</c:v>
                </c:pt>
                <c:pt idx="7">
                  <c:v>36.7</c:v>
                </c:pt>
                <c:pt idx="8">
                  <c:v>38.5</c:v>
                </c:pt>
                <c:pt idx="9">
                  <c:v>38.8</c:v>
                </c:pt>
                <c:pt idx="10">
                  <c:v>38.1</c:v>
                </c:pt>
                <c:pt idx="11">
                  <c:v>37.9</c:v>
                </c:pt>
                <c:pt idx="12">
                  <c:v>37.9</c:v>
                </c:pt>
                <c:pt idx="13">
                  <c:v>38.8</c:v>
                </c:pt>
                <c:pt idx="14">
                  <c:v>38.4</c:v>
                </c:pt>
                <c:pt idx="15">
                  <c:v>38.4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4.0</c:v>
                </c:pt>
                <c:pt idx="1">
                  <c:v>3.6</c:v>
                </c:pt>
                <c:pt idx="2">
                  <c:v>3.5</c:v>
                </c:pt>
                <c:pt idx="3">
                  <c:v>3.9</c:v>
                </c:pt>
                <c:pt idx="4">
                  <c:v>5.7</c:v>
                </c:pt>
                <c:pt idx="5">
                  <c:v>5.5</c:v>
                </c:pt>
                <c:pt idx="6">
                  <c:v>5.2</c:v>
                </c:pt>
                <c:pt idx="7">
                  <c:v>4.9</c:v>
                </c:pt>
                <c:pt idx="8">
                  <c:v>4.5</c:v>
                </c:pt>
                <c:pt idx="9">
                  <c:v>4.4</c:v>
                </c:pt>
                <c:pt idx="10">
                  <c:v>4.1</c:v>
                </c:pt>
                <c:pt idx="11">
                  <c:v>3.9</c:v>
                </c:pt>
                <c:pt idx="12">
                  <c:v>4.1</c:v>
                </c:pt>
                <c:pt idx="13">
                  <c:v>4.3</c:v>
                </c:pt>
                <c:pt idx="14">
                  <c:v>4.1</c:v>
                </c:pt>
                <c:pt idx="15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3.9</c:v>
                </c:pt>
                <c:pt idx="1">
                  <c:v>4.6</c:v>
                </c:pt>
                <c:pt idx="2">
                  <c:v>3.9</c:v>
                </c:pt>
                <c:pt idx="3">
                  <c:v>4.1</c:v>
                </c:pt>
                <c:pt idx="4">
                  <c:v>4.2</c:v>
                </c:pt>
                <c:pt idx="5">
                  <c:v>4.9</c:v>
                </c:pt>
                <c:pt idx="6">
                  <c:v>4.6</c:v>
                </c:pt>
                <c:pt idx="7">
                  <c:v>4.3</c:v>
                </c:pt>
                <c:pt idx="8">
                  <c:v>4.1</c:v>
                </c:pt>
                <c:pt idx="9">
                  <c:v>4.0</c:v>
                </c:pt>
                <c:pt idx="10">
                  <c:v>4.4</c:v>
                </c:pt>
                <c:pt idx="11">
                  <c:v>4.6</c:v>
                </c:pt>
                <c:pt idx="12">
                  <c:v>4.9</c:v>
                </c:pt>
                <c:pt idx="13">
                  <c:v>4.8</c:v>
                </c:pt>
                <c:pt idx="14">
                  <c:v>4.6</c:v>
                </c:pt>
                <c:pt idx="15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2.0</c:v>
                </c:pt>
                <c:pt idx="1">
                  <c:v>1.6</c:v>
                </c:pt>
                <c:pt idx="2">
                  <c:v>2.5</c:v>
                </c:pt>
                <c:pt idx="3">
                  <c:v>2.3</c:v>
                </c:pt>
                <c:pt idx="4">
                  <c:v>2.0</c:v>
                </c:pt>
                <c:pt idx="5">
                  <c:v>1.9</c:v>
                </c:pt>
                <c:pt idx="6">
                  <c:v>1.9</c:v>
                </c:pt>
                <c:pt idx="7">
                  <c:v>1.8</c:v>
                </c:pt>
                <c:pt idx="8">
                  <c:v>1.7</c:v>
                </c:pt>
                <c:pt idx="9">
                  <c:v>1.9</c:v>
                </c:pt>
                <c:pt idx="10">
                  <c:v>1.8</c:v>
                </c:pt>
                <c:pt idx="11">
                  <c:v>1.7</c:v>
                </c:pt>
                <c:pt idx="12">
                  <c:v>1.5</c:v>
                </c:pt>
                <c:pt idx="13">
                  <c:v>1.5</c:v>
                </c:pt>
                <c:pt idx="14">
                  <c:v>1.4</c:v>
                </c:pt>
                <c:pt idx="15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10/15/2025</c:v>
                </c:pt>
                <c:pt idx="1">
                  <c:v>10/16/2025</c:v>
                </c:pt>
                <c:pt idx="2">
                  <c:v>10/17/2025</c:v>
                </c:pt>
                <c:pt idx="3">
                  <c:v>10/18/2025</c:v>
                </c:pt>
                <c:pt idx="4">
                  <c:v>10/20/2025</c:v>
                </c:pt>
                <c:pt idx="5">
                  <c:v>10/21/2025</c:v>
                </c:pt>
                <c:pt idx="6">
                  <c:v>10/22/2025</c:v>
                </c:pt>
                <c:pt idx="7">
                  <c:v>10/23/2025</c:v>
                </c:pt>
                <c:pt idx="8">
                  <c:v>10/24/2025</c:v>
                </c:pt>
                <c:pt idx="9">
                  <c:v>10/25/2025</c:v>
                </c:pt>
                <c:pt idx="10">
                  <c:v>10/26/2025</c:v>
                </c:pt>
                <c:pt idx="11">
                  <c:v>10/27/2025</c:v>
                </c:pt>
                <c:pt idx="12">
                  <c:v>10/28/2025</c:v>
                </c:pt>
                <c:pt idx="13">
                  <c:v>10/29/2025</c:v>
                </c:pt>
                <c:pt idx="14">
                  <c:v>10/30/2025</c:v>
                </c:pt>
                <c:pt idx="15">
                  <c:v>10/31/2025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11.5</c:v>
                </c:pt>
                <c:pt idx="1">
                  <c:v>10.9</c:v>
                </c:pt>
                <c:pt idx="2">
                  <c:v>9.9</c:v>
                </c:pt>
                <c:pt idx="3">
                  <c:v>9.6</c:v>
                </c:pt>
                <c:pt idx="4">
                  <c:v>8.7</c:v>
                </c:pt>
                <c:pt idx="5">
                  <c:v>8.6</c:v>
                </c:pt>
                <c:pt idx="6">
                  <c:v>8.2</c:v>
                </c:pt>
                <c:pt idx="7">
                  <c:v>8.0</c:v>
                </c:pt>
                <c:pt idx="8">
                  <c:v>7.6</c:v>
                </c:pt>
                <c:pt idx="9">
                  <c:v>8.1</c:v>
                </c:pt>
                <c:pt idx="10">
                  <c:v>8.4</c:v>
                </c:pt>
                <c:pt idx="11">
                  <c:v>8.6</c:v>
                </c:pt>
                <c:pt idx="12">
                  <c:v>8.7</c:v>
                </c:pt>
                <c:pt idx="13">
                  <c:v>8.0</c:v>
                </c:pt>
                <c:pt idx="14">
                  <c:v>8.3</c:v>
                </c:pt>
                <c:pt idx="15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51.3</c:v>
                </c:pt>
                <c:pt idx="1">
                  <c:v>49.8</c:v>
                </c:pt>
                <c:pt idx="2">
                  <c:v>50.3</c:v>
                </c:pt>
                <c:pt idx="3">
                  <c:v>49.2</c:v>
                </c:pt>
                <c:pt idx="4">
                  <c:v>48.2</c:v>
                </c:pt>
                <c:pt idx="5">
                  <c:v>46.6</c:v>
                </c:pt>
                <c:pt idx="6">
                  <c:v>44.6</c:v>
                </c:pt>
                <c:pt idx="7">
                  <c:v>43.4</c:v>
                </c:pt>
                <c:pt idx="8">
                  <c:v>43.7</c:v>
                </c:pt>
                <c:pt idx="9">
                  <c:v>43.6</c:v>
                </c:pt>
                <c:pt idx="10">
                  <c:v>44.4</c:v>
                </c:pt>
                <c:pt idx="11">
                  <c:v>44.1</c:v>
                </c:pt>
                <c:pt idx="12">
                  <c:v>44.2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32.1</c:v>
                </c:pt>
                <c:pt idx="1">
                  <c:v>33.6</c:v>
                </c:pt>
                <c:pt idx="2">
                  <c:v>33.1</c:v>
                </c:pt>
                <c:pt idx="3">
                  <c:v>34.3</c:v>
                </c:pt>
                <c:pt idx="4">
                  <c:v>36.0</c:v>
                </c:pt>
                <c:pt idx="5">
                  <c:v>38.4</c:v>
                </c:pt>
                <c:pt idx="6">
                  <c:v>39.6</c:v>
                </c:pt>
                <c:pt idx="7">
                  <c:v>40.6</c:v>
                </c:pt>
                <c:pt idx="8">
                  <c:v>38.2</c:v>
                </c:pt>
                <c:pt idx="9">
                  <c:v>38.1</c:v>
                </c:pt>
                <c:pt idx="10">
                  <c:v>38.4</c:v>
                </c:pt>
                <c:pt idx="11">
                  <c:v>39.7</c:v>
                </c:pt>
                <c:pt idx="12">
                  <c:v>40.8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4.1</c:v>
                </c:pt>
                <c:pt idx="1">
                  <c:v>3.9</c:v>
                </c:pt>
                <c:pt idx="2">
                  <c:v>4.2</c:v>
                </c:pt>
                <c:pt idx="3">
                  <c:v>4.0</c:v>
                </c:pt>
                <c:pt idx="4">
                  <c:v>3.3</c:v>
                </c:pt>
                <c:pt idx="5">
                  <c:v>3.5</c:v>
                </c:pt>
                <c:pt idx="6">
                  <c:v>3.2</c:v>
                </c:pt>
                <c:pt idx="7">
                  <c:v>2.7</c:v>
                </c:pt>
                <c:pt idx="8">
                  <c:v>3.0</c:v>
                </c:pt>
                <c:pt idx="9">
                  <c:v>3.2</c:v>
                </c:pt>
                <c:pt idx="10">
                  <c:v>2.9</c:v>
                </c:pt>
                <c:pt idx="11">
                  <c:v>3.0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3.4</c:v>
                </c:pt>
                <c:pt idx="1">
                  <c:v>3.3</c:v>
                </c:pt>
                <c:pt idx="2">
                  <c:v>3.5</c:v>
                </c:pt>
                <c:pt idx="3">
                  <c:v>3.6</c:v>
                </c:pt>
                <c:pt idx="4">
                  <c:v>4.1</c:v>
                </c:pt>
                <c:pt idx="5">
                  <c:v>3.6</c:v>
                </c:pt>
                <c:pt idx="6">
                  <c:v>4.4</c:v>
                </c:pt>
                <c:pt idx="7">
                  <c:v>4.2</c:v>
                </c:pt>
                <c:pt idx="8">
                  <c:v>4.9</c:v>
                </c:pt>
                <c:pt idx="9">
                  <c:v>5.3</c:v>
                </c:pt>
                <c:pt idx="10">
                  <c:v>5.3</c:v>
                </c:pt>
                <c:pt idx="11">
                  <c:v>4.7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1.7</c:v>
                </c:pt>
                <c:pt idx="1">
                  <c:v>1.6</c:v>
                </c:pt>
                <c:pt idx="2">
                  <c:v>1.6</c:v>
                </c:pt>
                <c:pt idx="3">
                  <c:v>1.3</c:v>
                </c:pt>
                <c:pt idx="4">
                  <c:v>1.3</c:v>
                </c:pt>
                <c:pt idx="5">
                  <c:v>1.3</c:v>
                </c:pt>
                <c:pt idx="6">
                  <c:v>1.8</c:v>
                </c:pt>
                <c:pt idx="7">
                  <c:v>1.9</c:v>
                </c:pt>
                <c:pt idx="8">
                  <c:v>1.8</c:v>
                </c:pt>
                <c:pt idx="9">
                  <c:v>1.5</c:v>
                </c:pt>
                <c:pt idx="10">
                  <c:v>1.2</c:v>
                </c:pt>
                <c:pt idx="11">
                  <c:v>1.1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7.4</c:v>
                </c:pt>
                <c:pt idx="1">
                  <c:v>7.9</c:v>
                </c:pt>
                <c:pt idx="2">
                  <c:v>7.3</c:v>
                </c:pt>
                <c:pt idx="3">
                  <c:v>7.5</c:v>
                </c:pt>
                <c:pt idx="4">
                  <c:v>7.1</c:v>
                </c:pt>
                <c:pt idx="5">
                  <c:v>6.7</c:v>
                </c:pt>
                <c:pt idx="6">
                  <c:v>6.5</c:v>
                </c:pt>
                <c:pt idx="7">
                  <c:v>7.2</c:v>
                </c:pt>
                <c:pt idx="8">
                  <c:v>8.5</c:v>
                </c:pt>
                <c:pt idx="9">
                  <c:v>8.3</c:v>
                </c:pt>
                <c:pt idx="10">
                  <c:v>7.9</c:v>
                </c:pt>
                <c:pt idx="11">
                  <c:v>7.3</c:v>
                </c:pt>
                <c:pt idx="12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44.4</c:v>
                </c:pt>
                <c:pt idx="1">
                  <c:v>44.9</c:v>
                </c:pt>
                <c:pt idx="2">
                  <c:v>45.3</c:v>
                </c:pt>
                <c:pt idx="3">
                  <c:v>44.5</c:v>
                </c:pt>
                <c:pt idx="4">
                  <c:v>44.0</c:v>
                </c:pt>
                <c:pt idx="5">
                  <c:v>44.6</c:v>
                </c:pt>
                <c:pt idx="6">
                  <c:v>45.6</c:v>
                </c:pt>
                <c:pt idx="7">
                  <c:v>43.6</c:v>
                </c:pt>
                <c:pt idx="8">
                  <c:v>43.0</c:v>
                </c:pt>
                <c:pt idx="9">
                  <c:v>43.3</c:v>
                </c:pt>
                <c:pt idx="10">
                  <c:v>44.7</c:v>
                </c:pt>
                <c:pt idx="11">
                  <c:v>46.1</c:v>
                </c:pt>
                <c:pt idx="12">
                  <c:v>46.1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39.6</c:v>
                </c:pt>
                <c:pt idx="1">
                  <c:v>38.4</c:v>
                </c:pt>
                <c:pt idx="2">
                  <c:v>37.2</c:v>
                </c:pt>
                <c:pt idx="3">
                  <c:v>38.7</c:v>
                </c:pt>
                <c:pt idx="4">
                  <c:v>39.7</c:v>
                </c:pt>
                <c:pt idx="5">
                  <c:v>40.1</c:v>
                </c:pt>
                <c:pt idx="6">
                  <c:v>38.5</c:v>
                </c:pt>
                <c:pt idx="7">
                  <c:v>40.1</c:v>
                </c:pt>
                <c:pt idx="8">
                  <c:v>40.2</c:v>
                </c:pt>
                <c:pt idx="9">
                  <c:v>40.3</c:v>
                </c:pt>
                <c:pt idx="10">
                  <c:v>38.9</c:v>
                </c:pt>
                <c:pt idx="11">
                  <c:v>38.0</c:v>
                </c:pt>
                <c:pt idx="12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5.1</c:v>
                </c:pt>
                <c:pt idx="1">
                  <c:v>5.4</c:v>
                </c:pt>
                <c:pt idx="2">
                  <c:v>5.8</c:v>
                </c:pt>
                <c:pt idx="3">
                  <c:v>5.8</c:v>
                </c:pt>
                <c:pt idx="4">
                  <c:v>5.8</c:v>
                </c:pt>
                <c:pt idx="5">
                  <c:v>5.3</c:v>
                </c:pt>
                <c:pt idx="6">
                  <c:v>4.9</c:v>
                </c:pt>
                <c:pt idx="7">
                  <c:v>4.7</c:v>
                </c:pt>
                <c:pt idx="8">
                  <c:v>3.5</c:v>
                </c:pt>
                <c:pt idx="9">
                  <c:v>3.9</c:v>
                </c:pt>
                <c:pt idx="10">
                  <c:v>4.6</c:v>
                </c:pt>
                <c:pt idx="11">
                  <c:v>4.6</c:v>
                </c:pt>
                <c:pt idx="12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1.7</c:v>
                </c:pt>
                <c:pt idx="1">
                  <c:v>1.9</c:v>
                </c:pt>
                <c:pt idx="2">
                  <c:v>2.1</c:v>
                </c:pt>
                <c:pt idx="3">
                  <c:v>2.0</c:v>
                </c:pt>
                <c:pt idx="4">
                  <c:v>2.5</c:v>
                </c:pt>
                <c:pt idx="5">
                  <c:v>2.3</c:v>
                </c:pt>
                <c:pt idx="6">
                  <c:v>2.7</c:v>
                </c:pt>
                <c:pt idx="7">
                  <c:v>2.5</c:v>
                </c:pt>
                <c:pt idx="8">
                  <c:v>2.1</c:v>
                </c:pt>
                <c:pt idx="9">
                  <c:v>1.9</c:v>
                </c:pt>
                <c:pt idx="10">
                  <c:v>2.0</c:v>
                </c:pt>
                <c:pt idx="11">
                  <c:v>1.8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1.7</c:v>
                </c:pt>
                <c:pt idx="1">
                  <c:v>1.4</c:v>
                </c:pt>
                <c:pt idx="2">
                  <c:v>1.5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0.6</c:v>
                </c:pt>
                <c:pt idx="7">
                  <c:v>0.8</c:v>
                </c:pt>
                <c:pt idx="8">
                  <c:v>0.9</c:v>
                </c:pt>
                <c:pt idx="9">
                  <c:v>0.7</c:v>
                </c:pt>
                <c:pt idx="10">
                  <c:v>0.8</c:v>
                </c:pt>
                <c:pt idx="11">
                  <c:v>0.8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7.6</c:v>
                </c:pt>
                <c:pt idx="1">
                  <c:v>8.0</c:v>
                </c:pt>
                <c:pt idx="2">
                  <c:v>8.0</c:v>
                </c:pt>
                <c:pt idx="3">
                  <c:v>7.9</c:v>
                </c:pt>
                <c:pt idx="4">
                  <c:v>6.9</c:v>
                </c:pt>
                <c:pt idx="5">
                  <c:v>6.7</c:v>
                </c:pt>
                <c:pt idx="6">
                  <c:v>7.7</c:v>
                </c:pt>
                <c:pt idx="7">
                  <c:v>8.3</c:v>
                </c:pt>
                <c:pt idx="8">
                  <c:v>10.2</c:v>
                </c:pt>
                <c:pt idx="9">
                  <c:v>9.9</c:v>
                </c:pt>
                <c:pt idx="10">
                  <c:v>9.0</c:v>
                </c:pt>
                <c:pt idx="11">
                  <c:v>8.8</c:v>
                </c:pt>
                <c:pt idx="12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44.6</c:v>
                </c:pt>
                <c:pt idx="1">
                  <c:v>44.8</c:v>
                </c:pt>
                <c:pt idx="2">
                  <c:v>44.7</c:v>
                </c:pt>
                <c:pt idx="3">
                  <c:v>44.3</c:v>
                </c:pt>
                <c:pt idx="4">
                  <c:v>44.0</c:v>
                </c:pt>
                <c:pt idx="5">
                  <c:v>44.5</c:v>
                </c:pt>
                <c:pt idx="6">
                  <c:v>45.1</c:v>
                </c:pt>
                <c:pt idx="7">
                  <c:v>43.2</c:v>
                </c:pt>
                <c:pt idx="8">
                  <c:v>43.6</c:v>
                </c:pt>
                <c:pt idx="9">
                  <c:v>43.2</c:v>
                </c:pt>
                <c:pt idx="10">
                  <c:v>44.8</c:v>
                </c:pt>
                <c:pt idx="11">
                  <c:v>45.9</c:v>
                </c:pt>
                <c:pt idx="12">
                  <c:v>45.9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31.8</c:v>
                </c:pt>
                <c:pt idx="1">
                  <c:v>31.3</c:v>
                </c:pt>
                <c:pt idx="2">
                  <c:v>29.6</c:v>
                </c:pt>
                <c:pt idx="3">
                  <c:v>30.4</c:v>
                </c:pt>
                <c:pt idx="4">
                  <c:v>31.0</c:v>
                </c:pt>
                <c:pt idx="5">
                  <c:v>32.4</c:v>
                </c:pt>
                <c:pt idx="6">
                  <c:v>32.4</c:v>
                </c:pt>
                <c:pt idx="7">
                  <c:v>33.8</c:v>
                </c:pt>
                <c:pt idx="8">
                  <c:v>32.6</c:v>
                </c:pt>
                <c:pt idx="9">
                  <c:v>33.1</c:v>
                </c:pt>
                <c:pt idx="10">
                  <c:v>31.8</c:v>
                </c:pt>
                <c:pt idx="11">
                  <c:v>30.8</c:v>
                </c:pt>
                <c:pt idx="12">
                  <c:v>30.8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7.2</c:v>
                </c:pt>
                <c:pt idx="1">
                  <c:v>6.3</c:v>
                </c:pt>
                <c:pt idx="2">
                  <c:v>7.0</c:v>
                </c:pt>
                <c:pt idx="3">
                  <c:v>7.1</c:v>
                </c:pt>
                <c:pt idx="4">
                  <c:v>6.8</c:v>
                </c:pt>
                <c:pt idx="5">
                  <c:v>6.2</c:v>
                </c:pt>
                <c:pt idx="6">
                  <c:v>6.6</c:v>
                </c:pt>
                <c:pt idx="7">
                  <c:v>6.8</c:v>
                </c:pt>
                <c:pt idx="8">
                  <c:v>6.5</c:v>
                </c:pt>
                <c:pt idx="9">
                  <c:v>6.0</c:v>
                </c:pt>
                <c:pt idx="10">
                  <c:v>5.5</c:v>
                </c:pt>
                <c:pt idx="11">
                  <c:v>5.8</c:v>
                </c:pt>
                <c:pt idx="12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2.9</c:v>
                </c:pt>
                <c:pt idx="2">
                  <c:v>3.7</c:v>
                </c:pt>
                <c:pt idx="3">
                  <c:v>3.5</c:v>
                </c:pt>
                <c:pt idx="4">
                  <c:v>3.8</c:v>
                </c:pt>
                <c:pt idx="5">
                  <c:v>3.9</c:v>
                </c:pt>
                <c:pt idx="6">
                  <c:v>4.0</c:v>
                </c:pt>
                <c:pt idx="7">
                  <c:v>4.0</c:v>
                </c:pt>
                <c:pt idx="8">
                  <c:v>2.6</c:v>
                </c:pt>
                <c:pt idx="9">
                  <c:v>2.7</c:v>
                </c:pt>
                <c:pt idx="10">
                  <c:v>2.8</c:v>
                </c:pt>
                <c:pt idx="11">
                  <c:v>3.8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1.0</c:v>
                </c:pt>
                <c:pt idx="3">
                  <c:v>1.1</c:v>
                </c:pt>
                <c:pt idx="4">
                  <c:v>1.1</c:v>
                </c:pt>
                <c:pt idx="5">
                  <c:v>0.9</c:v>
                </c:pt>
                <c:pt idx="6">
                  <c:v>0.5</c:v>
                </c:pt>
                <c:pt idx="7">
                  <c:v>0.8</c:v>
                </c:pt>
                <c:pt idx="8">
                  <c:v>1.0</c:v>
                </c:pt>
                <c:pt idx="9">
                  <c:v>1.4</c:v>
                </c:pt>
                <c:pt idx="10">
                  <c:v>1.6</c:v>
                </c:pt>
                <c:pt idx="11">
                  <c:v>1.5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12.4</c:v>
                </c:pt>
                <c:pt idx="1">
                  <c:v>13.8</c:v>
                </c:pt>
                <c:pt idx="2">
                  <c:v>14.0</c:v>
                </c:pt>
                <c:pt idx="3">
                  <c:v>13.6</c:v>
                </c:pt>
                <c:pt idx="4">
                  <c:v>13.3</c:v>
                </c:pt>
                <c:pt idx="5">
                  <c:v>12.0</c:v>
                </c:pt>
                <c:pt idx="6">
                  <c:v>11.4</c:v>
                </c:pt>
                <c:pt idx="7">
                  <c:v>11.3</c:v>
                </c:pt>
                <c:pt idx="8">
                  <c:v>13.7</c:v>
                </c:pt>
                <c:pt idx="9">
                  <c:v>13.5</c:v>
                </c:pt>
                <c:pt idx="10">
                  <c:v>13.4</c:v>
                </c:pt>
                <c:pt idx="11">
                  <c:v>12.3</c:v>
                </c:pt>
                <c:pt idx="12">
                  <c:v>11.3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41.3</c:v>
                </c:pt>
                <c:pt idx="1">
                  <c:v>41.3</c:v>
                </c:pt>
                <c:pt idx="2">
                  <c:v>41.9</c:v>
                </c:pt>
                <c:pt idx="3">
                  <c:v>41.4</c:v>
                </c:pt>
                <c:pt idx="4">
                  <c:v>42.0</c:v>
                </c:pt>
                <c:pt idx="5">
                  <c:v>42.6</c:v>
                </c:pt>
                <c:pt idx="6">
                  <c:v>42.1</c:v>
                </c:pt>
                <c:pt idx="7">
                  <c:v>41.0</c:v>
                </c:pt>
                <c:pt idx="8">
                  <c:v>38.4</c:v>
                </c:pt>
                <c:pt idx="9">
                  <c:v>39.1</c:v>
                </c:pt>
                <c:pt idx="10">
                  <c:v>39.7</c:v>
                </c:pt>
                <c:pt idx="11">
                  <c:v>40.6</c:v>
                </c:pt>
                <c:pt idx="12">
                  <c:v>40.8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37.5</c:v>
                </c:pt>
                <c:pt idx="1">
                  <c:v>37.4</c:v>
                </c:pt>
                <c:pt idx="2">
                  <c:v>35.9</c:v>
                </c:pt>
                <c:pt idx="3">
                  <c:v>36.5</c:v>
                </c:pt>
                <c:pt idx="4">
                  <c:v>36.3</c:v>
                </c:pt>
                <c:pt idx="5">
                  <c:v>36.5</c:v>
                </c:pt>
                <c:pt idx="6">
                  <c:v>37.0</c:v>
                </c:pt>
                <c:pt idx="7">
                  <c:v>38.1</c:v>
                </c:pt>
                <c:pt idx="8">
                  <c:v>39.4</c:v>
                </c:pt>
                <c:pt idx="9">
                  <c:v>38.9</c:v>
                </c:pt>
                <c:pt idx="10">
                  <c:v>39.0</c:v>
                </c:pt>
                <c:pt idx="11">
                  <c:v>38.6</c:v>
                </c:pt>
                <c:pt idx="12">
                  <c:v>38.4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6.1</c:v>
                </c:pt>
                <c:pt idx="1">
                  <c:v>5.3</c:v>
                </c:pt>
                <c:pt idx="2">
                  <c:v>5.9</c:v>
                </c:pt>
                <c:pt idx="3">
                  <c:v>6.0</c:v>
                </c:pt>
                <c:pt idx="4">
                  <c:v>5.8</c:v>
                </c:pt>
                <c:pt idx="5">
                  <c:v>5.8</c:v>
                </c:pt>
                <c:pt idx="6">
                  <c:v>5.6</c:v>
                </c:pt>
                <c:pt idx="7">
                  <c:v>5.5</c:v>
                </c:pt>
                <c:pt idx="8">
                  <c:v>5.5</c:v>
                </c:pt>
                <c:pt idx="9">
                  <c:v>5.9</c:v>
                </c:pt>
                <c:pt idx="10">
                  <c:v>6.0</c:v>
                </c:pt>
                <c:pt idx="11">
                  <c:v>6.0</c:v>
                </c:pt>
                <c:pt idx="12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3.6</c:v>
                </c:pt>
                <c:pt idx="2">
                  <c:v>3.8</c:v>
                </c:pt>
                <c:pt idx="3">
                  <c:v>3.7</c:v>
                </c:pt>
                <c:pt idx="4">
                  <c:v>4.1</c:v>
                </c:pt>
                <c:pt idx="5">
                  <c:v>4.0</c:v>
                </c:pt>
                <c:pt idx="6">
                  <c:v>4.4</c:v>
                </c:pt>
                <c:pt idx="7">
                  <c:v>4.2</c:v>
                </c:pt>
                <c:pt idx="8">
                  <c:v>4.1</c:v>
                </c:pt>
                <c:pt idx="9">
                  <c:v>4.1</c:v>
                </c:pt>
                <c:pt idx="10">
                  <c:v>4.0</c:v>
                </c:pt>
                <c:pt idx="11">
                  <c:v>4.1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2.0</c:v>
                </c:pt>
                <c:pt idx="1">
                  <c:v>1.7</c:v>
                </c:pt>
                <c:pt idx="2">
                  <c:v>1.8</c:v>
                </c:pt>
                <c:pt idx="3">
                  <c:v>1.9</c:v>
                </c:pt>
                <c:pt idx="4">
                  <c:v>1.8</c:v>
                </c:pt>
                <c:pt idx="5">
                  <c:v>1.6</c:v>
                </c:pt>
                <c:pt idx="6">
                  <c:v>1.3</c:v>
                </c:pt>
                <c:pt idx="7">
                  <c:v>1.5</c:v>
                </c:pt>
                <c:pt idx="8">
                  <c:v>1.5</c:v>
                </c:pt>
                <c:pt idx="9">
                  <c:v>1.4</c:v>
                </c:pt>
                <c:pt idx="10">
                  <c:v>1.3</c:v>
                </c:pt>
                <c:pt idx="11">
                  <c:v>1.3</c:v>
                </c:pt>
                <c:pt idx="12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10.1</c:v>
                </c:pt>
                <c:pt idx="1">
                  <c:v>10.8</c:v>
                </c:pt>
                <c:pt idx="2">
                  <c:v>10.7</c:v>
                </c:pt>
                <c:pt idx="3">
                  <c:v>10.5</c:v>
                </c:pt>
                <c:pt idx="4">
                  <c:v>10.0</c:v>
                </c:pt>
                <c:pt idx="5">
                  <c:v>9.5</c:v>
                </c:pt>
                <c:pt idx="6">
                  <c:v>9.5</c:v>
                </c:pt>
                <c:pt idx="7">
                  <c:v>9.6</c:v>
                </c:pt>
                <c:pt idx="8">
                  <c:v>11.1</c:v>
                </c:pt>
                <c:pt idx="9">
                  <c:v>10.5</c:v>
                </c:pt>
                <c:pt idx="10">
                  <c:v>10.0</c:v>
                </c:pt>
                <c:pt idx="11">
                  <c:v>9.3</c:v>
                </c:pt>
                <c:pt idx="12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51.3</c:v>
                </c:pt>
                <c:pt idx="1">
                  <c:v>50.8</c:v>
                </c:pt>
                <c:pt idx="2">
                  <c:v>50.6</c:v>
                </c:pt>
                <c:pt idx="3">
                  <c:v>49.6</c:v>
                </c:pt>
                <c:pt idx="4">
                  <c:v>48.4</c:v>
                </c:pt>
                <c:pt idx="5">
                  <c:v>47.6</c:v>
                </c:pt>
                <c:pt idx="6">
                  <c:v>48.6</c:v>
                </c:pt>
                <c:pt idx="7">
                  <c:v>46.3</c:v>
                </c:pt>
                <c:pt idx="8">
                  <c:v>49.3</c:v>
                </c:pt>
                <c:pt idx="9">
                  <c:v>48.3</c:v>
                </c:pt>
                <c:pt idx="10">
                  <c:v>50.2</c:v>
                </c:pt>
                <c:pt idx="11">
                  <c:v>50.0</c:v>
                </c:pt>
                <c:pt idx="12">
                  <c:v>49.8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32.9</c:v>
                </c:pt>
                <c:pt idx="1">
                  <c:v>32.9</c:v>
                </c:pt>
                <c:pt idx="2">
                  <c:v>32.6</c:v>
                </c:pt>
                <c:pt idx="3">
                  <c:v>34.6</c:v>
                </c:pt>
                <c:pt idx="4">
                  <c:v>37.3</c:v>
                </c:pt>
                <c:pt idx="5">
                  <c:v>39.8</c:v>
                </c:pt>
                <c:pt idx="6">
                  <c:v>38.7</c:v>
                </c:pt>
                <c:pt idx="7">
                  <c:v>39.9</c:v>
                </c:pt>
                <c:pt idx="8">
                  <c:v>36.4</c:v>
                </c:pt>
                <c:pt idx="9">
                  <c:v>37.2</c:v>
                </c:pt>
                <c:pt idx="10">
                  <c:v>35.0</c:v>
                </c:pt>
                <c:pt idx="11">
                  <c:v>35.6</c:v>
                </c:pt>
                <c:pt idx="12">
                  <c:v>37.1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4.1</c:v>
                </c:pt>
                <c:pt idx="1">
                  <c:v>5.1</c:v>
                </c:pt>
                <c:pt idx="2">
                  <c:v>5.3</c:v>
                </c:pt>
                <c:pt idx="3">
                  <c:v>5.0</c:v>
                </c:pt>
                <c:pt idx="4">
                  <c:v>4.6</c:v>
                </c:pt>
                <c:pt idx="5">
                  <c:v>4.1</c:v>
                </c:pt>
                <c:pt idx="6">
                  <c:v>3.8</c:v>
                </c:pt>
                <c:pt idx="7">
                  <c:v>3.4</c:v>
                </c:pt>
                <c:pt idx="8">
                  <c:v>1.6</c:v>
                </c:pt>
                <c:pt idx="9">
                  <c:v>1.5</c:v>
                </c:pt>
                <c:pt idx="10">
                  <c:v>1.9</c:v>
                </c:pt>
                <c:pt idx="11">
                  <c:v>2.4</c:v>
                </c:pt>
                <c:pt idx="12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1.9</c:v>
                </c:pt>
                <c:pt idx="1">
                  <c:v>1.6</c:v>
                </c:pt>
                <c:pt idx="2">
                  <c:v>2.3</c:v>
                </c:pt>
                <c:pt idx="3">
                  <c:v>2.5</c:v>
                </c:pt>
                <c:pt idx="4">
                  <c:v>2.7</c:v>
                </c:pt>
                <c:pt idx="5">
                  <c:v>2.3</c:v>
                </c:pt>
                <c:pt idx="6">
                  <c:v>2.5</c:v>
                </c:pt>
                <c:pt idx="7">
                  <c:v>2.4</c:v>
                </c:pt>
                <c:pt idx="8">
                  <c:v>1.9</c:v>
                </c:pt>
                <c:pt idx="9">
                  <c:v>2.2</c:v>
                </c:pt>
                <c:pt idx="10">
                  <c:v>2.7</c:v>
                </c:pt>
                <c:pt idx="11">
                  <c:v>2.7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1.4</c:v>
                </c:pt>
                <c:pt idx="2">
                  <c:v>1.4</c:v>
                </c:pt>
                <c:pt idx="3">
                  <c:v>1.0</c:v>
                </c:pt>
                <c:pt idx="4">
                  <c:v>0.5</c:v>
                </c:pt>
                <c:pt idx="5">
                  <c:v>0.5</c:v>
                </c:pt>
                <c:pt idx="6">
                  <c:v>0.4</c:v>
                </c:pt>
                <c:pt idx="7">
                  <c:v>0.6</c:v>
                </c:pt>
                <c:pt idx="8">
                  <c:v>0.8</c:v>
                </c:pt>
                <c:pt idx="9">
                  <c:v>0.8</c:v>
                </c:pt>
                <c:pt idx="10">
                  <c:v>0.9</c:v>
                </c:pt>
                <c:pt idx="11">
                  <c:v>0.8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8.3</c:v>
                </c:pt>
                <c:pt idx="1">
                  <c:v>8.2</c:v>
                </c:pt>
                <c:pt idx="2">
                  <c:v>7.8</c:v>
                </c:pt>
                <c:pt idx="3">
                  <c:v>7.4</c:v>
                </c:pt>
                <c:pt idx="4">
                  <c:v>6.5</c:v>
                </c:pt>
                <c:pt idx="5">
                  <c:v>5.7</c:v>
                </c:pt>
                <c:pt idx="6">
                  <c:v>6.0</c:v>
                </c:pt>
                <c:pt idx="7">
                  <c:v>7.4</c:v>
                </c:pt>
                <c:pt idx="8">
                  <c:v>10.0</c:v>
                </c:pt>
                <c:pt idx="9">
                  <c:v>9.9</c:v>
                </c:pt>
                <c:pt idx="10">
                  <c:v>9.3</c:v>
                </c:pt>
                <c:pt idx="11">
                  <c:v>8.6</c:v>
                </c:pt>
                <c:pt idx="12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45.4</c:v>
                </c:pt>
                <c:pt idx="1">
                  <c:v>44.4</c:v>
                </c:pt>
                <c:pt idx="2">
                  <c:v>44.1</c:v>
                </c:pt>
                <c:pt idx="3">
                  <c:v>43.5</c:v>
                </c:pt>
                <c:pt idx="4">
                  <c:v>44.3</c:v>
                </c:pt>
                <c:pt idx="5">
                  <c:v>44.4</c:v>
                </c:pt>
                <c:pt idx="6">
                  <c:v>43.3</c:v>
                </c:pt>
                <c:pt idx="7">
                  <c:v>38.6</c:v>
                </c:pt>
                <c:pt idx="8">
                  <c:v>42.8</c:v>
                </c:pt>
                <c:pt idx="9">
                  <c:v>44.5</c:v>
                </c:pt>
                <c:pt idx="10">
                  <c:v>45.2</c:v>
                </c:pt>
                <c:pt idx="11">
                  <c:v>45.0</c:v>
                </c:pt>
                <c:pt idx="12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34.7</c:v>
                </c:pt>
                <c:pt idx="1">
                  <c:v>35.5</c:v>
                </c:pt>
                <c:pt idx="2">
                  <c:v>33.4</c:v>
                </c:pt>
                <c:pt idx="3">
                  <c:v>35.5</c:v>
                </c:pt>
                <c:pt idx="4">
                  <c:v>38.3</c:v>
                </c:pt>
                <c:pt idx="5">
                  <c:v>39.7</c:v>
                </c:pt>
                <c:pt idx="6">
                  <c:v>40.7</c:v>
                </c:pt>
                <c:pt idx="7">
                  <c:v>45.2</c:v>
                </c:pt>
                <c:pt idx="8">
                  <c:v>44.1</c:v>
                </c:pt>
                <c:pt idx="9">
                  <c:v>43.9</c:v>
                </c:pt>
                <c:pt idx="10">
                  <c:v>44.2</c:v>
                </c:pt>
                <c:pt idx="11">
                  <c:v>43.2</c:v>
                </c:pt>
                <c:pt idx="12">
                  <c:v>40.8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8.9</c:v>
                </c:pt>
                <c:pt idx="1">
                  <c:v>11.4</c:v>
                </c:pt>
                <c:pt idx="2">
                  <c:v>12.9</c:v>
                </c:pt>
                <c:pt idx="3">
                  <c:v>12.9</c:v>
                </c:pt>
                <c:pt idx="4">
                  <c:v>11.2</c:v>
                </c:pt>
                <c:pt idx="5">
                  <c:v>11.0</c:v>
                </c:pt>
                <c:pt idx="6">
                  <c:v>10.5</c:v>
                </c:pt>
                <c:pt idx="7">
                  <c:v>9.4</c:v>
                </c:pt>
                <c:pt idx="8">
                  <c:v>4.4</c:v>
                </c:pt>
                <c:pt idx="9">
                  <c:v>4.1</c:v>
                </c:pt>
                <c:pt idx="10">
                  <c:v>4.2</c:v>
                </c:pt>
                <c:pt idx="11">
                  <c:v>5.6</c:v>
                </c:pt>
                <c:pt idx="12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1.4</c:v>
                </c:pt>
                <c:pt idx="1">
                  <c:v>1.8</c:v>
                </c:pt>
                <c:pt idx="2">
                  <c:v>2.5</c:v>
                </c:pt>
                <c:pt idx="3">
                  <c:v>2.5</c:v>
                </c:pt>
                <c:pt idx="4">
                  <c:v>2.8</c:v>
                </c:pt>
                <c:pt idx="5">
                  <c:v>2.0</c:v>
                </c:pt>
                <c:pt idx="6">
                  <c:v>2.5</c:v>
                </c:pt>
                <c:pt idx="7">
                  <c:v>2.1</c:v>
                </c:pt>
                <c:pt idx="8">
                  <c:v>2.7</c:v>
                </c:pt>
                <c:pt idx="9">
                  <c:v>2.2</c:v>
                </c:pt>
                <c:pt idx="10">
                  <c:v>1.7</c:v>
                </c:pt>
                <c:pt idx="11">
                  <c:v>1.5</c:v>
                </c:pt>
                <c:pt idx="12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2.7</c:v>
                </c:pt>
                <c:pt idx="1">
                  <c:v>2.1</c:v>
                </c:pt>
                <c:pt idx="2">
                  <c:v>2.0</c:v>
                </c:pt>
                <c:pt idx="3">
                  <c:v>0.6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1.4</c:v>
                </c:pt>
                <c:pt idx="8">
                  <c:v>2.1</c:v>
                </c:pt>
                <c:pt idx="9">
                  <c:v>1.7</c:v>
                </c:pt>
                <c:pt idx="10">
                  <c:v>1.3</c:v>
                </c:pt>
                <c:pt idx="11">
                  <c:v>1.1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7.0</c:v>
                </c:pt>
                <c:pt idx="1">
                  <c:v>4.9</c:v>
                </c:pt>
                <c:pt idx="2">
                  <c:v>5.0</c:v>
                </c:pt>
                <c:pt idx="3">
                  <c:v>5.1</c:v>
                </c:pt>
                <c:pt idx="4">
                  <c:v>3.1</c:v>
                </c:pt>
                <c:pt idx="5">
                  <c:v>2.6</c:v>
                </c:pt>
                <c:pt idx="6">
                  <c:v>2.7</c:v>
                </c:pt>
                <c:pt idx="7">
                  <c:v>3.3</c:v>
                </c:pt>
                <c:pt idx="8">
                  <c:v>3.8</c:v>
                </c:pt>
                <c:pt idx="9">
                  <c:v>3.6</c:v>
                </c:pt>
                <c:pt idx="10">
                  <c:v>3.3</c:v>
                </c:pt>
                <c:pt idx="11">
                  <c:v>3.5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49.8</c:v>
                </c:pt>
                <c:pt idx="1">
                  <c:v>48.9</c:v>
                </c:pt>
                <c:pt idx="2">
                  <c:v>48.7</c:v>
                </c:pt>
                <c:pt idx="3">
                  <c:v>47.1</c:v>
                </c:pt>
                <c:pt idx="4">
                  <c:v>45.7</c:v>
                </c:pt>
                <c:pt idx="5">
                  <c:v>44.7</c:v>
                </c:pt>
                <c:pt idx="6">
                  <c:v>44.6</c:v>
                </c:pt>
                <c:pt idx="7">
                  <c:v>43.8</c:v>
                </c:pt>
                <c:pt idx="8">
                  <c:v>42.7</c:v>
                </c:pt>
                <c:pt idx="9">
                  <c:v>42.1</c:v>
                </c:pt>
                <c:pt idx="10">
                  <c:v>44.1</c:v>
                </c:pt>
                <c:pt idx="11">
                  <c:v>44.6</c:v>
                </c:pt>
                <c:pt idx="12">
                  <c:v>44.8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37.5</c:v>
                </c:pt>
                <c:pt idx="1">
                  <c:v>37.7</c:v>
                </c:pt>
                <c:pt idx="2">
                  <c:v>37.4</c:v>
                </c:pt>
                <c:pt idx="3">
                  <c:v>39.1</c:v>
                </c:pt>
                <c:pt idx="4">
                  <c:v>40.1</c:v>
                </c:pt>
                <c:pt idx="5">
                  <c:v>41.5</c:v>
                </c:pt>
                <c:pt idx="6">
                  <c:v>42.1</c:v>
                </c:pt>
                <c:pt idx="7">
                  <c:v>44.0</c:v>
                </c:pt>
                <c:pt idx="8">
                  <c:v>45.6</c:v>
                </c:pt>
                <c:pt idx="9">
                  <c:v>44.9</c:v>
                </c:pt>
                <c:pt idx="10">
                  <c:v>42.3</c:v>
                </c:pt>
                <c:pt idx="11">
                  <c:v>42.3</c:v>
                </c:pt>
                <c:pt idx="12">
                  <c:v>42.4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4.6</c:v>
                </c:pt>
                <c:pt idx="1">
                  <c:v>4.3</c:v>
                </c:pt>
                <c:pt idx="2">
                  <c:v>4.3</c:v>
                </c:pt>
                <c:pt idx="3">
                  <c:v>4.0</c:v>
                </c:pt>
                <c:pt idx="4">
                  <c:v>4.2</c:v>
                </c:pt>
                <c:pt idx="5">
                  <c:v>3.8</c:v>
                </c:pt>
                <c:pt idx="6">
                  <c:v>3.8</c:v>
                </c:pt>
                <c:pt idx="7">
                  <c:v>3.6</c:v>
                </c:pt>
                <c:pt idx="8">
                  <c:v>4.0</c:v>
                </c:pt>
                <c:pt idx="9">
                  <c:v>4.3</c:v>
                </c:pt>
                <c:pt idx="10">
                  <c:v>4.7</c:v>
                </c:pt>
                <c:pt idx="11">
                  <c:v>4.7</c:v>
                </c:pt>
                <c:pt idx="12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2.1</c:v>
                </c:pt>
                <c:pt idx="1">
                  <c:v>2.1</c:v>
                </c:pt>
                <c:pt idx="2">
                  <c:v>3.0</c:v>
                </c:pt>
                <c:pt idx="3">
                  <c:v>3.3</c:v>
                </c:pt>
                <c:pt idx="4">
                  <c:v>3.8</c:v>
                </c:pt>
                <c:pt idx="5">
                  <c:v>3.9</c:v>
                </c:pt>
                <c:pt idx="6">
                  <c:v>4.2</c:v>
                </c:pt>
                <c:pt idx="7">
                  <c:v>4.0</c:v>
                </c:pt>
                <c:pt idx="8">
                  <c:v>3.2</c:v>
                </c:pt>
                <c:pt idx="9">
                  <c:v>3.4</c:v>
                </c:pt>
                <c:pt idx="10">
                  <c:v>3.9</c:v>
                </c:pt>
                <c:pt idx="11">
                  <c:v>3.8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1.6</c:v>
                </c:pt>
                <c:pt idx="2">
                  <c:v>1.6</c:v>
                </c:pt>
                <c:pt idx="3">
                  <c:v>1.8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1.1</c:v>
                </c:pt>
                <c:pt idx="8">
                  <c:v>0.8</c:v>
                </c:pt>
                <c:pt idx="9">
                  <c:v>0.9</c:v>
                </c:pt>
                <c:pt idx="10">
                  <c:v>0.8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4.6</c:v>
                </c:pt>
                <c:pt idx="1">
                  <c:v>5.4</c:v>
                </c:pt>
                <c:pt idx="2">
                  <c:v>5.1</c:v>
                </c:pt>
                <c:pt idx="3">
                  <c:v>4.8</c:v>
                </c:pt>
                <c:pt idx="4">
                  <c:v>4.7</c:v>
                </c:pt>
                <c:pt idx="5">
                  <c:v>4.7</c:v>
                </c:pt>
                <c:pt idx="6">
                  <c:v>4.0</c:v>
                </c:pt>
                <c:pt idx="7">
                  <c:v>3.5</c:v>
                </c:pt>
                <c:pt idx="8">
                  <c:v>3.8</c:v>
                </c:pt>
                <c:pt idx="9">
                  <c:v>4.3</c:v>
                </c:pt>
                <c:pt idx="10">
                  <c:v>4.2</c:v>
                </c:pt>
                <c:pt idx="11">
                  <c:v>3.7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37.5</c:v>
                </c:pt>
                <c:pt idx="1">
                  <c:v>37.5</c:v>
                </c:pt>
                <c:pt idx="2">
                  <c:v>37.6</c:v>
                </c:pt>
                <c:pt idx="3">
                  <c:v>36.7</c:v>
                </c:pt>
                <c:pt idx="4">
                  <c:v>36.5</c:v>
                </c:pt>
                <c:pt idx="5">
                  <c:v>35.6</c:v>
                </c:pt>
                <c:pt idx="6">
                  <c:v>35.5</c:v>
                </c:pt>
                <c:pt idx="7">
                  <c:v>33.7</c:v>
                </c:pt>
                <c:pt idx="8">
                  <c:v>35.3</c:v>
                </c:pt>
                <c:pt idx="9">
                  <c:v>36.0</c:v>
                </c:pt>
                <c:pt idx="10">
                  <c:v>37.2</c:v>
                </c:pt>
                <c:pt idx="11">
                  <c:v>37.3</c:v>
                </c:pt>
                <c:pt idx="12">
                  <c:v>37.8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46.2</c:v>
                </c:pt>
                <c:pt idx="1">
                  <c:v>45.6</c:v>
                </c:pt>
                <c:pt idx="2">
                  <c:v>45.1</c:v>
                </c:pt>
                <c:pt idx="3">
                  <c:v>46.9</c:v>
                </c:pt>
                <c:pt idx="4">
                  <c:v>48.3</c:v>
                </c:pt>
                <c:pt idx="5">
                  <c:v>50.3</c:v>
                </c:pt>
                <c:pt idx="6">
                  <c:v>50.9</c:v>
                </c:pt>
                <c:pt idx="7">
                  <c:v>52.4</c:v>
                </c:pt>
                <c:pt idx="8">
                  <c:v>50.5</c:v>
                </c:pt>
                <c:pt idx="9">
                  <c:v>49.9</c:v>
                </c:pt>
                <c:pt idx="10">
                  <c:v>48.9</c:v>
                </c:pt>
                <c:pt idx="11">
                  <c:v>48.8</c:v>
                </c:pt>
                <c:pt idx="12">
                  <c:v>49.3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4.7</c:v>
                </c:pt>
                <c:pt idx="1">
                  <c:v>5.0</c:v>
                </c:pt>
                <c:pt idx="2">
                  <c:v>5.4</c:v>
                </c:pt>
                <c:pt idx="3">
                  <c:v>5.4</c:v>
                </c:pt>
                <c:pt idx="4">
                  <c:v>5.0</c:v>
                </c:pt>
                <c:pt idx="5">
                  <c:v>4.7</c:v>
                </c:pt>
                <c:pt idx="6">
                  <c:v>4.2</c:v>
                </c:pt>
                <c:pt idx="7">
                  <c:v>3.9</c:v>
                </c:pt>
                <c:pt idx="8">
                  <c:v>3.3</c:v>
                </c:pt>
                <c:pt idx="9">
                  <c:v>3.4</c:v>
                </c:pt>
                <c:pt idx="10">
                  <c:v>3.5</c:v>
                </c:pt>
                <c:pt idx="11">
                  <c:v>3.8</c:v>
                </c:pt>
                <c:pt idx="12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1.4</c:v>
                </c:pt>
                <c:pt idx="1">
                  <c:v>1.3</c:v>
                </c:pt>
                <c:pt idx="2">
                  <c:v>1.4</c:v>
                </c:pt>
                <c:pt idx="3">
                  <c:v>1.1</c:v>
                </c:pt>
                <c:pt idx="4">
                  <c:v>1.3</c:v>
                </c:pt>
                <c:pt idx="5">
                  <c:v>1.1</c:v>
                </c:pt>
                <c:pt idx="6">
                  <c:v>1.2</c:v>
                </c:pt>
                <c:pt idx="7">
                  <c:v>1.5</c:v>
                </c:pt>
                <c:pt idx="8">
                  <c:v>1.4</c:v>
                </c:pt>
                <c:pt idx="9">
                  <c:v>1.3</c:v>
                </c:pt>
                <c:pt idx="10">
                  <c:v>1.1</c:v>
                </c:pt>
                <c:pt idx="11">
                  <c:v>1.4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1.5</c:v>
                </c:pt>
                <c:pt idx="2">
                  <c:v>1.6</c:v>
                </c:pt>
                <c:pt idx="3">
                  <c:v>1.3</c:v>
                </c:pt>
                <c:pt idx="4">
                  <c:v>1.0</c:v>
                </c:pt>
                <c:pt idx="5">
                  <c:v>1.1</c:v>
                </c:pt>
                <c:pt idx="6">
                  <c:v>0.9</c:v>
                </c:pt>
                <c:pt idx="7">
                  <c:v>1.1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8.7</c:v>
                </c:pt>
                <c:pt idx="1">
                  <c:v>9.1</c:v>
                </c:pt>
                <c:pt idx="2">
                  <c:v>9.0</c:v>
                </c:pt>
                <c:pt idx="3">
                  <c:v>8.6</c:v>
                </c:pt>
                <c:pt idx="4">
                  <c:v>7.8</c:v>
                </c:pt>
                <c:pt idx="5">
                  <c:v>7.2</c:v>
                </c:pt>
                <c:pt idx="6">
                  <c:v>7.2</c:v>
                </c:pt>
                <c:pt idx="7">
                  <c:v>7.5</c:v>
                </c:pt>
                <c:pt idx="8">
                  <c:v>8.6</c:v>
                </c:pt>
                <c:pt idx="9">
                  <c:v>8.4</c:v>
                </c:pt>
                <c:pt idx="10">
                  <c:v>8.3</c:v>
                </c:pt>
                <c:pt idx="11">
                  <c:v>7.8</c:v>
                </c:pt>
                <c:pt idx="12">
                  <c:v>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71.4</c:v>
                </c:pt>
                <c:pt idx="1">
                  <c:v>69.4</c:v>
                </c:pt>
                <c:pt idx="2">
                  <c:v>69.2</c:v>
                </c:pt>
                <c:pt idx="3">
                  <c:v>68.1</c:v>
                </c:pt>
                <c:pt idx="4">
                  <c:v>67.1</c:v>
                </c:pt>
                <c:pt idx="5">
                  <c:v>68.2</c:v>
                </c:pt>
                <c:pt idx="6">
                  <c:v>67.9</c:v>
                </c:pt>
                <c:pt idx="7">
                  <c:v>66.7</c:v>
                </c:pt>
                <c:pt idx="8">
                  <c:v>65.1</c:v>
                </c:pt>
                <c:pt idx="9">
                  <c:v>63.9</c:v>
                </c:pt>
                <c:pt idx="10">
                  <c:v>63.5</c:v>
                </c:pt>
                <c:pt idx="11">
                  <c:v>65.6</c:v>
                </c:pt>
                <c:pt idx="12">
                  <c:v>65.5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5.5</c:v>
                </c:pt>
                <c:pt idx="1">
                  <c:v>7.0</c:v>
                </c:pt>
                <c:pt idx="2">
                  <c:v>5.9</c:v>
                </c:pt>
                <c:pt idx="3">
                  <c:v>6.6</c:v>
                </c:pt>
                <c:pt idx="4">
                  <c:v>8.3</c:v>
                </c:pt>
                <c:pt idx="5">
                  <c:v>8.5</c:v>
                </c:pt>
                <c:pt idx="6">
                  <c:v>8.1</c:v>
                </c:pt>
                <c:pt idx="7">
                  <c:v>8.8</c:v>
                </c:pt>
                <c:pt idx="8">
                  <c:v>8.7</c:v>
                </c:pt>
                <c:pt idx="9">
                  <c:v>8.8</c:v>
                </c:pt>
                <c:pt idx="10">
                  <c:v>10.0</c:v>
                </c:pt>
                <c:pt idx="11">
                  <c:v>8.7</c:v>
                </c:pt>
                <c:pt idx="12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6.4</c:v>
                </c:pt>
                <c:pt idx="1">
                  <c:v>6.0</c:v>
                </c:pt>
                <c:pt idx="2">
                  <c:v>6.4</c:v>
                </c:pt>
                <c:pt idx="3">
                  <c:v>6.0</c:v>
                </c:pt>
                <c:pt idx="4">
                  <c:v>5.9</c:v>
                </c:pt>
                <c:pt idx="5">
                  <c:v>6.1</c:v>
                </c:pt>
                <c:pt idx="6">
                  <c:v>6.1</c:v>
                </c:pt>
                <c:pt idx="7">
                  <c:v>5.8</c:v>
                </c:pt>
                <c:pt idx="8">
                  <c:v>4.4</c:v>
                </c:pt>
                <c:pt idx="9">
                  <c:v>4.8</c:v>
                </c:pt>
                <c:pt idx="10">
                  <c:v>5.3</c:v>
                </c:pt>
                <c:pt idx="11">
                  <c:v>5.4</c:v>
                </c:pt>
                <c:pt idx="12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5.1</c:v>
                </c:pt>
                <c:pt idx="1">
                  <c:v>5.9</c:v>
                </c:pt>
                <c:pt idx="2">
                  <c:v>7.1</c:v>
                </c:pt>
                <c:pt idx="3">
                  <c:v>8.1</c:v>
                </c:pt>
                <c:pt idx="4">
                  <c:v>8.9</c:v>
                </c:pt>
                <c:pt idx="5">
                  <c:v>8.6</c:v>
                </c:pt>
                <c:pt idx="6">
                  <c:v>9.0</c:v>
                </c:pt>
                <c:pt idx="7">
                  <c:v>7.9</c:v>
                </c:pt>
                <c:pt idx="8">
                  <c:v>7.1</c:v>
                </c:pt>
                <c:pt idx="9">
                  <c:v>8.4</c:v>
                </c:pt>
                <c:pt idx="10">
                  <c:v>8.9</c:v>
                </c:pt>
                <c:pt idx="11">
                  <c:v>8.6</c:v>
                </c:pt>
                <c:pt idx="12">
                  <c:v>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2.2</c:v>
                </c:pt>
                <c:pt idx="1">
                  <c:v>1.5</c:v>
                </c:pt>
                <c:pt idx="2">
                  <c:v>1.6</c:v>
                </c:pt>
                <c:pt idx="3">
                  <c:v>1.7</c:v>
                </c:pt>
                <c:pt idx="4">
                  <c:v>1.3</c:v>
                </c:pt>
                <c:pt idx="5">
                  <c:v>1.1</c:v>
                </c:pt>
                <c:pt idx="6">
                  <c:v>0.8</c:v>
                </c:pt>
                <c:pt idx="7">
                  <c:v>1.2</c:v>
                </c:pt>
                <c:pt idx="8">
                  <c:v>1.7</c:v>
                </c:pt>
                <c:pt idx="9">
                  <c:v>1.6</c:v>
                </c:pt>
                <c:pt idx="10">
                  <c:v>1.2</c:v>
                </c:pt>
                <c:pt idx="11">
                  <c:v>1.2</c:v>
                </c:pt>
                <c:pt idx="12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9.4</c:v>
                </c:pt>
                <c:pt idx="1">
                  <c:v>10.2</c:v>
                </c:pt>
                <c:pt idx="2">
                  <c:v>9.8</c:v>
                </c:pt>
                <c:pt idx="3">
                  <c:v>9.5</c:v>
                </c:pt>
                <c:pt idx="4">
                  <c:v>8.5</c:v>
                </c:pt>
                <c:pt idx="5">
                  <c:v>7.5</c:v>
                </c:pt>
                <c:pt idx="6">
                  <c:v>8.2</c:v>
                </c:pt>
                <c:pt idx="7">
                  <c:v>9.6</c:v>
                </c:pt>
                <c:pt idx="8">
                  <c:v>12.9</c:v>
                </c:pt>
                <c:pt idx="9">
                  <c:v>12.4</c:v>
                </c:pt>
                <c:pt idx="10">
                  <c:v>11.1</c:v>
                </c:pt>
                <c:pt idx="11">
                  <c:v>10.5</c:v>
                </c:pt>
                <c:pt idx="12">
                  <c:v>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45.6</c:v>
                </c:pt>
                <c:pt idx="1">
                  <c:v>44.9</c:v>
                </c:pt>
                <c:pt idx="2">
                  <c:v>45.2</c:v>
                </c:pt>
                <c:pt idx="3">
                  <c:v>44.4</c:v>
                </c:pt>
                <c:pt idx="4">
                  <c:v>44.0</c:v>
                </c:pt>
                <c:pt idx="5">
                  <c:v>43.7</c:v>
                </c:pt>
                <c:pt idx="6">
                  <c:v>44.0</c:v>
                </c:pt>
                <c:pt idx="7">
                  <c:v>42.0</c:v>
                </c:pt>
                <c:pt idx="8">
                  <c:v>42.3</c:v>
                </c:pt>
                <c:pt idx="9">
                  <c:v>41.8</c:v>
                </c:pt>
                <c:pt idx="10">
                  <c:v>43.4</c:v>
                </c:pt>
                <c:pt idx="11">
                  <c:v>44.0</c:v>
                </c:pt>
                <c:pt idx="12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37.2</c:v>
                </c:pt>
                <c:pt idx="1">
                  <c:v>37.1</c:v>
                </c:pt>
                <c:pt idx="2">
                  <c:v>36.0</c:v>
                </c:pt>
                <c:pt idx="3">
                  <c:v>37.4</c:v>
                </c:pt>
                <c:pt idx="4">
                  <c:v>38.9</c:v>
                </c:pt>
                <c:pt idx="5">
                  <c:v>39.9</c:v>
                </c:pt>
                <c:pt idx="6">
                  <c:v>39.7</c:v>
                </c:pt>
                <c:pt idx="7">
                  <c:v>41.3</c:v>
                </c:pt>
                <c:pt idx="8">
                  <c:v>41.0</c:v>
                </c:pt>
                <c:pt idx="9">
                  <c:v>41.0</c:v>
                </c:pt>
                <c:pt idx="10">
                  <c:v>39.3</c:v>
                </c:pt>
                <c:pt idx="11">
                  <c:v>39.2</c:v>
                </c:pt>
                <c:pt idx="12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4.9</c:v>
                </c:pt>
                <c:pt idx="1">
                  <c:v>5.1</c:v>
                </c:pt>
                <c:pt idx="2">
                  <c:v>5.4</c:v>
                </c:pt>
                <c:pt idx="3">
                  <c:v>5.1</c:v>
                </c:pt>
                <c:pt idx="4">
                  <c:v>4.9</c:v>
                </c:pt>
                <c:pt idx="5">
                  <c:v>4.8</c:v>
                </c:pt>
                <c:pt idx="6">
                  <c:v>4.4</c:v>
                </c:pt>
                <c:pt idx="7">
                  <c:v>4.2</c:v>
                </c:pt>
                <c:pt idx="8">
                  <c:v>3.6</c:v>
                </c:pt>
                <c:pt idx="9">
                  <c:v>3.8</c:v>
                </c:pt>
                <c:pt idx="10">
                  <c:v>4.1</c:v>
                </c:pt>
                <c:pt idx="11">
                  <c:v>4.3</c:v>
                </c:pt>
                <c:pt idx="12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2.5</c:v>
                </c:pt>
                <c:pt idx="1">
                  <c:v>2.6</c:v>
                </c:pt>
                <c:pt idx="2">
                  <c:v>3.1</c:v>
                </c:pt>
                <c:pt idx="3">
                  <c:v>3.2</c:v>
                </c:pt>
                <c:pt idx="4">
                  <c:v>3.5</c:v>
                </c:pt>
                <c:pt idx="5">
                  <c:v>3.3</c:v>
                </c:pt>
                <c:pt idx="6">
                  <c:v>3.6</c:v>
                </c:pt>
                <c:pt idx="7">
                  <c:v>3.4</c:v>
                </c:pt>
                <c:pt idx="8">
                  <c:v>2.6</c:v>
                </c:pt>
                <c:pt idx="9">
                  <c:v>3.0</c:v>
                </c:pt>
                <c:pt idx="10">
                  <c:v>3.2</c:v>
                </c:pt>
                <c:pt idx="11">
                  <c:v>3.3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1.5</c:v>
                </c:pt>
                <c:pt idx="2">
                  <c:v>1.5</c:v>
                </c:pt>
                <c:pt idx="3">
                  <c:v>1.3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1.2</c:v>
                </c:pt>
                <c:pt idx="8">
                  <c:v>1.3</c:v>
                </c:pt>
                <c:pt idx="9">
                  <c:v>1.2</c:v>
                </c:pt>
                <c:pt idx="10">
                  <c:v>1.1</c:v>
                </c:pt>
                <c:pt idx="11">
                  <c:v>1.1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8.2</c:v>
                </c:pt>
                <c:pt idx="1">
                  <c:v>8.9</c:v>
                </c:pt>
                <c:pt idx="2">
                  <c:v>8.8</c:v>
                </c:pt>
                <c:pt idx="3">
                  <c:v>8.6</c:v>
                </c:pt>
                <c:pt idx="4">
                  <c:v>7.7</c:v>
                </c:pt>
                <c:pt idx="5">
                  <c:v>7.3</c:v>
                </c:pt>
                <c:pt idx="6">
                  <c:v>7.3</c:v>
                </c:pt>
                <c:pt idx="7">
                  <c:v>7.9</c:v>
                </c:pt>
                <c:pt idx="8">
                  <c:v>9.2</c:v>
                </c:pt>
                <c:pt idx="9">
                  <c:v>9.2</c:v>
                </c:pt>
                <c:pt idx="10">
                  <c:v>8.8</c:v>
                </c:pt>
                <c:pt idx="11">
                  <c:v>8.2</c:v>
                </c:pt>
                <c:pt idx="12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46.2</c:v>
                </c:pt>
                <c:pt idx="1">
                  <c:v>46.0</c:v>
                </c:pt>
                <c:pt idx="2">
                  <c:v>47.6</c:v>
                </c:pt>
                <c:pt idx="3">
                  <c:v>47.3</c:v>
                </c:pt>
                <c:pt idx="4">
                  <c:v>47.6</c:v>
                </c:pt>
                <c:pt idx="5">
                  <c:v>47.8</c:v>
                </c:pt>
                <c:pt idx="6">
                  <c:v>49.1</c:v>
                </c:pt>
                <c:pt idx="7">
                  <c:v>51.6</c:v>
                </c:pt>
                <c:pt idx="8">
                  <c:v>49.9</c:v>
                </c:pt>
                <c:pt idx="9">
                  <c:v>53.6</c:v>
                </c:pt>
                <c:pt idx="10">
                  <c:v>52.6</c:v>
                </c:pt>
                <c:pt idx="11">
                  <c:v>52.1</c:v>
                </c:pt>
                <c:pt idx="12">
                  <c:v>52.9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31.1</c:v>
                </c:pt>
                <c:pt idx="1">
                  <c:v>34.5</c:v>
                </c:pt>
                <c:pt idx="2">
                  <c:v>32.8</c:v>
                </c:pt>
                <c:pt idx="3">
                  <c:v>34.0</c:v>
                </c:pt>
                <c:pt idx="4">
                  <c:v>34.7</c:v>
                </c:pt>
                <c:pt idx="5">
                  <c:v>35.7</c:v>
                </c:pt>
                <c:pt idx="6">
                  <c:v>34.9</c:v>
                </c:pt>
                <c:pt idx="7">
                  <c:v>34.0</c:v>
                </c:pt>
                <c:pt idx="8">
                  <c:v>29.3</c:v>
                </c:pt>
                <c:pt idx="9">
                  <c:v>29.2</c:v>
                </c:pt>
                <c:pt idx="10">
                  <c:v>31.7</c:v>
                </c:pt>
                <c:pt idx="11">
                  <c:v>32.3</c:v>
                </c:pt>
                <c:pt idx="12">
                  <c:v>33.3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6.6</c:v>
                </c:pt>
                <c:pt idx="1">
                  <c:v>4.3</c:v>
                </c:pt>
                <c:pt idx="2">
                  <c:v>5.7</c:v>
                </c:pt>
                <c:pt idx="3">
                  <c:v>5.7</c:v>
                </c:pt>
                <c:pt idx="4">
                  <c:v>5.4</c:v>
                </c:pt>
                <c:pt idx="5">
                  <c:v>5.7</c:v>
                </c:pt>
                <c:pt idx="6">
                  <c:v>5.0</c:v>
                </c:pt>
                <c:pt idx="7">
                  <c:v>4.3</c:v>
                </c:pt>
                <c:pt idx="8">
                  <c:v>6.0</c:v>
                </c:pt>
                <c:pt idx="9">
                  <c:v>5.8</c:v>
                </c:pt>
                <c:pt idx="10">
                  <c:v>5.2</c:v>
                </c:pt>
                <c:pt idx="11">
                  <c:v>5.3</c:v>
                </c:pt>
                <c:pt idx="12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0.7</c:v>
                </c:pt>
                <c:pt idx="1">
                  <c:v>0.9</c:v>
                </c:pt>
                <c:pt idx="2">
                  <c:v>1.2</c:v>
                </c:pt>
                <c:pt idx="3">
                  <c:v>1.4</c:v>
                </c:pt>
                <c:pt idx="4">
                  <c:v>1.5</c:v>
                </c:pt>
                <c:pt idx="5">
                  <c:v>1.7</c:v>
                </c:pt>
                <c:pt idx="6">
                  <c:v>1.8</c:v>
                </c:pt>
                <c:pt idx="7">
                  <c:v>2.0</c:v>
                </c:pt>
                <c:pt idx="8">
                  <c:v>3.9</c:v>
                </c:pt>
                <c:pt idx="9">
                  <c:v>3.3</c:v>
                </c:pt>
                <c:pt idx="10">
                  <c:v>2.4</c:v>
                </c:pt>
                <c:pt idx="11">
                  <c:v>2.8</c:v>
                </c:pt>
                <c:pt idx="12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1.6</c:v>
                </c:pt>
                <c:pt idx="2">
                  <c:v>1.5</c:v>
                </c:pt>
                <c:pt idx="3">
                  <c:v>1.5</c:v>
                </c:pt>
                <c:pt idx="4">
                  <c:v>1.8</c:v>
                </c:pt>
                <c:pt idx="5">
                  <c:v>1.8</c:v>
                </c:pt>
                <c:pt idx="6">
                  <c:v>1.4</c:v>
                </c:pt>
                <c:pt idx="7">
                  <c:v>1.1</c:v>
                </c:pt>
                <c:pt idx="8">
                  <c:v>1.4</c:v>
                </c:pt>
                <c:pt idx="9">
                  <c:v>1.0</c:v>
                </c:pt>
                <c:pt idx="10">
                  <c:v>0.8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13.8</c:v>
                </c:pt>
                <c:pt idx="1">
                  <c:v>12.7</c:v>
                </c:pt>
                <c:pt idx="2">
                  <c:v>11.2</c:v>
                </c:pt>
                <c:pt idx="3">
                  <c:v>10.1</c:v>
                </c:pt>
                <c:pt idx="4">
                  <c:v>8.9</c:v>
                </c:pt>
                <c:pt idx="5">
                  <c:v>7.2</c:v>
                </c:pt>
                <c:pt idx="6">
                  <c:v>7.8</c:v>
                </c:pt>
                <c:pt idx="7">
                  <c:v>7.0</c:v>
                </c:pt>
                <c:pt idx="8">
                  <c:v>9.6</c:v>
                </c:pt>
                <c:pt idx="9">
                  <c:v>7.1</c:v>
                </c:pt>
                <c:pt idx="10">
                  <c:v>7.3</c:v>
                </c:pt>
                <c:pt idx="11">
                  <c:v>6.9</c:v>
                </c:pt>
                <c:pt idx="12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58.1</c:v>
                </c:pt>
                <c:pt idx="1">
                  <c:v>60.7</c:v>
                </c:pt>
                <c:pt idx="2">
                  <c:v>61.2</c:v>
                </c:pt>
                <c:pt idx="3">
                  <c:v>58.5</c:v>
                </c:pt>
                <c:pt idx="4">
                  <c:v>56.9</c:v>
                </c:pt>
                <c:pt idx="5">
                  <c:v>61.2</c:v>
                </c:pt>
                <c:pt idx="6">
                  <c:v>53.9</c:v>
                </c:pt>
                <c:pt idx="7">
                  <c:v>46.0</c:v>
                </c:pt>
                <c:pt idx="8">
                  <c:v>47.5</c:v>
                </c:pt>
                <c:pt idx="9">
                  <c:v>53.1</c:v>
                </c:pt>
                <c:pt idx="10">
                  <c:v>53.0</c:v>
                </c:pt>
                <c:pt idx="11">
                  <c:v>55.5</c:v>
                </c:pt>
                <c:pt idx="12">
                  <c:v>56.3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21.4</c:v>
                </c:pt>
                <c:pt idx="1">
                  <c:v>22.6</c:v>
                </c:pt>
                <c:pt idx="2">
                  <c:v>21.3</c:v>
                </c:pt>
                <c:pt idx="3">
                  <c:v>23.7</c:v>
                </c:pt>
                <c:pt idx="4">
                  <c:v>21.3</c:v>
                </c:pt>
                <c:pt idx="5">
                  <c:v>24.5</c:v>
                </c:pt>
                <c:pt idx="6">
                  <c:v>25.9</c:v>
                </c:pt>
                <c:pt idx="7">
                  <c:v>25.8</c:v>
                </c:pt>
                <c:pt idx="8">
                  <c:v>25.3</c:v>
                </c:pt>
                <c:pt idx="9">
                  <c:v>23.9</c:v>
                </c:pt>
                <c:pt idx="10">
                  <c:v>25.9</c:v>
                </c:pt>
                <c:pt idx="11">
                  <c:v>24.7</c:v>
                </c:pt>
                <c:pt idx="12">
                  <c:v>25.0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5.1</c:v>
                </c:pt>
                <c:pt idx="1">
                  <c:v>4.4</c:v>
                </c:pt>
                <c:pt idx="2">
                  <c:v>5.1</c:v>
                </c:pt>
                <c:pt idx="3">
                  <c:v>6.2</c:v>
                </c:pt>
                <c:pt idx="4">
                  <c:v>8.3</c:v>
                </c:pt>
                <c:pt idx="5">
                  <c:v>4.4</c:v>
                </c:pt>
                <c:pt idx="6">
                  <c:v>6.7</c:v>
                </c:pt>
                <c:pt idx="7">
                  <c:v>6.4</c:v>
                </c:pt>
                <c:pt idx="8">
                  <c:v>6.6</c:v>
                </c:pt>
                <c:pt idx="9">
                  <c:v>5.3</c:v>
                </c:pt>
                <c:pt idx="10">
                  <c:v>5.2</c:v>
                </c:pt>
                <c:pt idx="11">
                  <c:v>5.7</c:v>
                </c:pt>
                <c:pt idx="12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2.9</c:v>
                </c:pt>
                <c:pt idx="2">
                  <c:v>3.2</c:v>
                </c:pt>
                <c:pt idx="3">
                  <c:v>2.5</c:v>
                </c:pt>
                <c:pt idx="4">
                  <c:v>2.9</c:v>
                </c:pt>
                <c:pt idx="5">
                  <c:v>2.2</c:v>
                </c:pt>
                <c:pt idx="6">
                  <c:v>4.3</c:v>
                </c:pt>
                <c:pt idx="7">
                  <c:v>8.3</c:v>
                </c:pt>
                <c:pt idx="8">
                  <c:v>7.5</c:v>
                </c:pt>
                <c:pt idx="9">
                  <c:v>6.1</c:v>
                </c:pt>
                <c:pt idx="10">
                  <c:v>5.3</c:v>
                </c:pt>
                <c:pt idx="11">
                  <c:v>5.0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1.1</c:v>
                </c:pt>
                <c:pt idx="2">
                  <c:v>1.2</c:v>
                </c:pt>
                <c:pt idx="3">
                  <c:v>1.8</c:v>
                </c:pt>
                <c:pt idx="4">
                  <c:v>1.7</c:v>
                </c:pt>
                <c:pt idx="5">
                  <c:v>1.4</c:v>
                </c:pt>
                <c:pt idx="6">
                  <c:v>1.3</c:v>
                </c:pt>
                <c:pt idx="7">
                  <c:v>0.4</c:v>
                </c:pt>
                <c:pt idx="8">
                  <c:v>0.3</c:v>
                </c:pt>
                <c:pt idx="9">
                  <c:v>0.5</c:v>
                </c:pt>
                <c:pt idx="10">
                  <c:v>0.9</c:v>
                </c:pt>
                <c:pt idx="11">
                  <c:v>0.7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10.0</c:v>
                </c:pt>
                <c:pt idx="1">
                  <c:v>8.4</c:v>
                </c:pt>
                <c:pt idx="2">
                  <c:v>8.0</c:v>
                </c:pt>
                <c:pt idx="3">
                  <c:v>7.4</c:v>
                </c:pt>
                <c:pt idx="4">
                  <c:v>8.8</c:v>
                </c:pt>
                <c:pt idx="5">
                  <c:v>6.4</c:v>
                </c:pt>
                <c:pt idx="6">
                  <c:v>7.9</c:v>
                </c:pt>
                <c:pt idx="7">
                  <c:v>13.1</c:v>
                </c:pt>
                <c:pt idx="8">
                  <c:v>12.8</c:v>
                </c:pt>
                <c:pt idx="9">
                  <c:v>11.1</c:v>
                </c:pt>
                <c:pt idx="10">
                  <c:v>9.8</c:v>
                </c:pt>
                <c:pt idx="11">
                  <c:v>8.4</c:v>
                </c:pt>
                <c:pt idx="12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43.2</c:v>
                </c:pt>
                <c:pt idx="1">
                  <c:v>41.1</c:v>
                </c:pt>
                <c:pt idx="2">
                  <c:v>42.4</c:v>
                </c:pt>
                <c:pt idx="3">
                  <c:v>42.1</c:v>
                </c:pt>
                <c:pt idx="4">
                  <c:v>42.2</c:v>
                </c:pt>
                <c:pt idx="5">
                  <c:v>43.2</c:v>
                </c:pt>
                <c:pt idx="6">
                  <c:v>43.0</c:v>
                </c:pt>
                <c:pt idx="7">
                  <c:v>37.2</c:v>
                </c:pt>
                <c:pt idx="8">
                  <c:v>39.1</c:v>
                </c:pt>
                <c:pt idx="9">
                  <c:v>40.8</c:v>
                </c:pt>
                <c:pt idx="10">
                  <c:v>40.7</c:v>
                </c:pt>
                <c:pt idx="11">
                  <c:v>40.9</c:v>
                </c:pt>
                <c:pt idx="12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36.9</c:v>
                </c:pt>
                <c:pt idx="1">
                  <c:v>38.5</c:v>
                </c:pt>
                <c:pt idx="2">
                  <c:v>37.5</c:v>
                </c:pt>
                <c:pt idx="3">
                  <c:v>37.8</c:v>
                </c:pt>
                <c:pt idx="4">
                  <c:v>39.0</c:v>
                </c:pt>
                <c:pt idx="5">
                  <c:v>39.6</c:v>
                </c:pt>
                <c:pt idx="6">
                  <c:v>41.2</c:v>
                </c:pt>
                <c:pt idx="7">
                  <c:v>46.2</c:v>
                </c:pt>
                <c:pt idx="8">
                  <c:v>42.4</c:v>
                </c:pt>
                <c:pt idx="9">
                  <c:v>40.2</c:v>
                </c:pt>
                <c:pt idx="10">
                  <c:v>39.1</c:v>
                </c:pt>
                <c:pt idx="11">
                  <c:v>40.3</c:v>
                </c:pt>
                <c:pt idx="12">
                  <c:v>40.5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3.2</c:v>
                </c:pt>
                <c:pt idx="1">
                  <c:v>6.0</c:v>
                </c:pt>
                <c:pt idx="2">
                  <c:v>6.6</c:v>
                </c:pt>
                <c:pt idx="3">
                  <c:v>6.1</c:v>
                </c:pt>
                <c:pt idx="4">
                  <c:v>6.1</c:v>
                </c:pt>
                <c:pt idx="5">
                  <c:v>6.1</c:v>
                </c:pt>
                <c:pt idx="6">
                  <c:v>5.6</c:v>
                </c:pt>
                <c:pt idx="7">
                  <c:v>2.2</c:v>
                </c:pt>
                <c:pt idx="8">
                  <c:v>1.7</c:v>
                </c:pt>
                <c:pt idx="9">
                  <c:v>2.0</c:v>
                </c:pt>
                <c:pt idx="10">
                  <c:v>2.9</c:v>
                </c:pt>
                <c:pt idx="11">
                  <c:v>3.7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3.6</c:v>
                </c:pt>
                <c:pt idx="1">
                  <c:v>3.5</c:v>
                </c:pt>
                <c:pt idx="2">
                  <c:v>4.4</c:v>
                </c:pt>
                <c:pt idx="3">
                  <c:v>5.8</c:v>
                </c:pt>
                <c:pt idx="4">
                  <c:v>5.1</c:v>
                </c:pt>
                <c:pt idx="5">
                  <c:v>4.1</c:v>
                </c:pt>
                <c:pt idx="6">
                  <c:v>4.3</c:v>
                </c:pt>
                <c:pt idx="7">
                  <c:v>2.8</c:v>
                </c:pt>
                <c:pt idx="8">
                  <c:v>4.4</c:v>
                </c:pt>
                <c:pt idx="9">
                  <c:v>5.1</c:v>
                </c:pt>
                <c:pt idx="10">
                  <c:v>5.8</c:v>
                </c:pt>
                <c:pt idx="11">
                  <c:v>5.5</c:v>
                </c:pt>
                <c:pt idx="12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3.0</c:v>
                </c:pt>
                <c:pt idx="1">
                  <c:v>2.8</c:v>
                </c:pt>
                <c:pt idx="2">
                  <c:v>2.5</c:v>
                </c:pt>
                <c:pt idx="3">
                  <c:v>2.5</c:v>
                </c:pt>
                <c:pt idx="4">
                  <c:v>1.8</c:v>
                </c:pt>
                <c:pt idx="5">
                  <c:v>1.9</c:v>
                </c:pt>
                <c:pt idx="6">
                  <c:v>0.8</c:v>
                </c:pt>
                <c:pt idx="7">
                  <c:v>2.5</c:v>
                </c:pt>
                <c:pt idx="8">
                  <c:v>2.0</c:v>
                </c:pt>
                <c:pt idx="9">
                  <c:v>1.7</c:v>
                </c:pt>
                <c:pt idx="10">
                  <c:v>1.2</c:v>
                </c:pt>
                <c:pt idx="11">
                  <c:v>1.1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10.1</c:v>
                </c:pt>
                <c:pt idx="1">
                  <c:v>8.2</c:v>
                </c:pt>
                <c:pt idx="2">
                  <c:v>6.6</c:v>
                </c:pt>
                <c:pt idx="3">
                  <c:v>5.7</c:v>
                </c:pt>
                <c:pt idx="4">
                  <c:v>5.8</c:v>
                </c:pt>
                <c:pt idx="5">
                  <c:v>5.2</c:v>
                </c:pt>
                <c:pt idx="6">
                  <c:v>5.1</c:v>
                </c:pt>
                <c:pt idx="7">
                  <c:v>9.0</c:v>
                </c:pt>
                <c:pt idx="8">
                  <c:v>10.5</c:v>
                </c:pt>
                <c:pt idx="9">
                  <c:v>10.3</c:v>
                </c:pt>
                <c:pt idx="10">
                  <c:v>10.3</c:v>
                </c:pt>
                <c:pt idx="11">
                  <c:v>8.4</c:v>
                </c:pt>
                <c:pt idx="12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51.3</c:v>
                </c:pt>
                <c:pt idx="1">
                  <c:v>49.8</c:v>
                </c:pt>
                <c:pt idx="2">
                  <c:v>50.3</c:v>
                </c:pt>
                <c:pt idx="3">
                  <c:v>49.2</c:v>
                </c:pt>
                <c:pt idx="4">
                  <c:v>48.2</c:v>
                </c:pt>
                <c:pt idx="5">
                  <c:v>46.6</c:v>
                </c:pt>
                <c:pt idx="6">
                  <c:v>44.6</c:v>
                </c:pt>
                <c:pt idx="7">
                  <c:v>43.4</c:v>
                </c:pt>
                <c:pt idx="8">
                  <c:v>43.7</c:v>
                </c:pt>
                <c:pt idx="9">
                  <c:v>43.6</c:v>
                </c:pt>
                <c:pt idx="10">
                  <c:v>44.4</c:v>
                </c:pt>
                <c:pt idx="11">
                  <c:v>44.1</c:v>
                </c:pt>
                <c:pt idx="12">
                  <c:v>44.2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32.1</c:v>
                </c:pt>
                <c:pt idx="1">
                  <c:v>33.6</c:v>
                </c:pt>
                <c:pt idx="2">
                  <c:v>33.1</c:v>
                </c:pt>
                <c:pt idx="3">
                  <c:v>34.3</c:v>
                </c:pt>
                <c:pt idx="4">
                  <c:v>36.0</c:v>
                </c:pt>
                <c:pt idx="5">
                  <c:v>38.4</c:v>
                </c:pt>
                <c:pt idx="6">
                  <c:v>39.6</c:v>
                </c:pt>
                <c:pt idx="7">
                  <c:v>40.6</c:v>
                </c:pt>
                <c:pt idx="8">
                  <c:v>38.2</c:v>
                </c:pt>
                <c:pt idx="9">
                  <c:v>38.1</c:v>
                </c:pt>
                <c:pt idx="10">
                  <c:v>38.4</c:v>
                </c:pt>
                <c:pt idx="11">
                  <c:v>39.7</c:v>
                </c:pt>
                <c:pt idx="12">
                  <c:v>40.8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4.1</c:v>
                </c:pt>
                <c:pt idx="1">
                  <c:v>3.9</c:v>
                </c:pt>
                <c:pt idx="2">
                  <c:v>4.2</c:v>
                </c:pt>
                <c:pt idx="3">
                  <c:v>4.0</c:v>
                </c:pt>
                <c:pt idx="4">
                  <c:v>3.3</c:v>
                </c:pt>
                <c:pt idx="5">
                  <c:v>3.5</c:v>
                </c:pt>
                <c:pt idx="6">
                  <c:v>3.2</c:v>
                </c:pt>
                <c:pt idx="7">
                  <c:v>2.7</c:v>
                </c:pt>
                <c:pt idx="8">
                  <c:v>3.0</c:v>
                </c:pt>
                <c:pt idx="9">
                  <c:v>3.2</c:v>
                </c:pt>
                <c:pt idx="10">
                  <c:v>2.9</c:v>
                </c:pt>
                <c:pt idx="11">
                  <c:v>3.0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3.4</c:v>
                </c:pt>
                <c:pt idx="1">
                  <c:v>3.3</c:v>
                </c:pt>
                <c:pt idx="2">
                  <c:v>3.5</c:v>
                </c:pt>
                <c:pt idx="3">
                  <c:v>3.6</c:v>
                </c:pt>
                <c:pt idx="4">
                  <c:v>4.1</c:v>
                </c:pt>
                <c:pt idx="5">
                  <c:v>3.6</c:v>
                </c:pt>
                <c:pt idx="6">
                  <c:v>4.4</c:v>
                </c:pt>
                <c:pt idx="7">
                  <c:v>4.2</c:v>
                </c:pt>
                <c:pt idx="8">
                  <c:v>4.9</c:v>
                </c:pt>
                <c:pt idx="9">
                  <c:v>5.3</c:v>
                </c:pt>
                <c:pt idx="10">
                  <c:v>5.3</c:v>
                </c:pt>
                <c:pt idx="11">
                  <c:v>4.7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1.7</c:v>
                </c:pt>
                <c:pt idx="1">
                  <c:v>1.6</c:v>
                </c:pt>
                <c:pt idx="2">
                  <c:v>1.6</c:v>
                </c:pt>
                <c:pt idx="3">
                  <c:v>1.3</c:v>
                </c:pt>
                <c:pt idx="4">
                  <c:v>1.3</c:v>
                </c:pt>
                <c:pt idx="5">
                  <c:v>1.3</c:v>
                </c:pt>
                <c:pt idx="6">
                  <c:v>1.8</c:v>
                </c:pt>
                <c:pt idx="7">
                  <c:v>1.9</c:v>
                </c:pt>
                <c:pt idx="8">
                  <c:v>1.8</c:v>
                </c:pt>
                <c:pt idx="9">
                  <c:v>1.5</c:v>
                </c:pt>
                <c:pt idx="10">
                  <c:v>1.2</c:v>
                </c:pt>
                <c:pt idx="11">
                  <c:v>1.1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7.4</c:v>
                </c:pt>
                <c:pt idx="1">
                  <c:v>7.9</c:v>
                </c:pt>
                <c:pt idx="2">
                  <c:v>7.3</c:v>
                </c:pt>
                <c:pt idx="3">
                  <c:v>7.5</c:v>
                </c:pt>
                <c:pt idx="4">
                  <c:v>7.1</c:v>
                </c:pt>
                <c:pt idx="5">
                  <c:v>6.7</c:v>
                </c:pt>
                <c:pt idx="6">
                  <c:v>6.5</c:v>
                </c:pt>
                <c:pt idx="7">
                  <c:v>7.2</c:v>
                </c:pt>
                <c:pt idx="8">
                  <c:v>8.5</c:v>
                </c:pt>
                <c:pt idx="9">
                  <c:v>8.3</c:v>
                </c:pt>
                <c:pt idx="10">
                  <c:v>7.9</c:v>
                </c:pt>
                <c:pt idx="11">
                  <c:v>7.3</c:v>
                </c:pt>
                <c:pt idx="12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44.4</c:v>
                </c:pt>
                <c:pt idx="1">
                  <c:v>44.9</c:v>
                </c:pt>
                <c:pt idx="2">
                  <c:v>45.3</c:v>
                </c:pt>
                <c:pt idx="3">
                  <c:v>44.5</c:v>
                </c:pt>
                <c:pt idx="4">
                  <c:v>44.0</c:v>
                </c:pt>
                <c:pt idx="5">
                  <c:v>44.6</c:v>
                </c:pt>
                <c:pt idx="6">
                  <c:v>45.6</c:v>
                </c:pt>
                <c:pt idx="7">
                  <c:v>43.6</c:v>
                </c:pt>
                <c:pt idx="8">
                  <c:v>43.0</c:v>
                </c:pt>
                <c:pt idx="9">
                  <c:v>43.3</c:v>
                </c:pt>
                <c:pt idx="10">
                  <c:v>44.7</c:v>
                </c:pt>
                <c:pt idx="11">
                  <c:v>46.1</c:v>
                </c:pt>
                <c:pt idx="12">
                  <c:v>46.1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39.6</c:v>
                </c:pt>
                <c:pt idx="1">
                  <c:v>38.4</c:v>
                </c:pt>
                <c:pt idx="2">
                  <c:v>37.2</c:v>
                </c:pt>
                <c:pt idx="3">
                  <c:v>38.7</c:v>
                </c:pt>
                <c:pt idx="4">
                  <c:v>39.7</c:v>
                </c:pt>
                <c:pt idx="5">
                  <c:v>40.1</c:v>
                </c:pt>
                <c:pt idx="6">
                  <c:v>38.5</c:v>
                </c:pt>
                <c:pt idx="7">
                  <c:v>40.1</c:v>
                </c:pt>
                <c:pt idx="8">
                  <c:v>40.2</c:v>
                </c:pt>
                <c:pt idx="9">
                  <c:v>40.3</c:v>
                </c:pt>
                <c:pt idx="10">
                  <c:v>38.9</c:v>
                </c:pt>
                <c:pt idx="11">
                  <c:v>38.0</c:v>
                </c:pt>
                <c:pt idx="12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5.1</c:v>
                </c:pt>
                <c:pt idx="1">
                  <c:v>5.4</c:v>
                </c:pt>
                <c:pt idx="2">
                  <c:v>5.8</c:v>
                </c:pt>
                <c:pt idx="3">
                  <c:v>5.8</c:v>
                </c:pt>
                <c:pt idx="4">
                  <c:v>5.8</c:v>
                </c:pt>
                <c:pt idx="5">
                  <c:v>5.3</c:v>
                </c:pt>
                <c:pt idx="6">
                  <c:v>4.9</c:v>
                </c:pt>
                <c:pt idx="7">
                  <c:v>4.7</c:v>
                </c:pt>
                <c:pt idx="8">
                  <c:v>3.5</c:v>
                </c:pt>
                <c:pt idx="9">
                  <c:v>3.9</c:v>
                </c:pt>
                <c:pt idx="10">
                  <c:v>4.6</c:v>
                </c:pt>
                <c:pt idx="11">
                  <c:v>4.6</c:v>
                </c:pt>
                <c:pt idx="12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1.7</c:v>
                </c:pt>
                <c:pt idx="1">
                  <c:v>1.9</c:v>
                </c:pt>
                <c:pt idx="2">
                  <c:v>2.1</c:v>
                </c:pt>
                <c:pt idx="3">
                  <c:v>2.0</c:v>
                </c:pt>
                <c:pt idx="4">
                  <c:v>2.5</c:v>
                </c:pt>
                <c:pt idx="5">
                  <c:v>2.3</c:v>
                </c:pt>
                <c:pt idx="6">
                  <c:v>2.7</c:v>
                </c:pt>
                <c:pt idx="7">
                  <c:v>2.5</c:v>
                </c:pt>
                <c:pt idx="8">
                  <c:v>2.1</c:v>
                </c:pt>
                <c:pt idx="9">
                  <c:v>1.9</c:v>
                </c:pt>
                <c:pt idx="10">
                  <c:v>2.0</c:v>
                </c:pt>
                <c:pt idx="11">
                  <c:v>1.8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1.7</c:v>
                </c:pt>
                <c:pt idx="1">
                  <c:v>1.4</c:v>
                </c:pt>
                <c:pt idx="2">
                  <c:v>1.5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0.6</c:v>
                </c:pt>
                <c:pt idx="7">
                  <c:v>0.8</c:v>
                </c:pt>
                <c:pt idx="8">
                  <c:v>0.9</c:v>
                </c:pt>
                <c:pt idx="9">
                  <c:v>0.7</c:v>
                </c:pt>
                <c:pt idx="10">
                  <c:v>0.8</c:v>
                </c:pt>
                <c:pt idx="11">
                  <c:v>0.8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7.6</c:v>
                </c:pt>
                <c:pt idx="1">
                  <c:v>8.0</c:v>
                </c:pt>
                <c:pt idx="2">
                  <c:v>8.0</c:v>
                </c:pt>
                <c:pt idx="3">
                  <c:v>7.9</c:v>
                </c:pt>
                <c:pt idx="4">
                  <c:v>6.9</c:v>
                </c:pt>
                <c:pt idx="5">
                  <c:v>6.7</c:v>
                </c:pt>
                <c:pt idx="6">
                  <c:v>7.7</c:v>
                </c:pt>
                <c:pt idx="7">
                  <c:v>8.3</c:v>
                </c:pt>
                <c:pt idx="8">
                  <c:v>10.2</c:v>
                </c:pt>
                <c:pt idx="9">
                  <c:v>9.9</c:v>
                </c:pt>
                <c:pt idx="10">
                  <c:v>9.0</c:v>
                </c:pt>
                <c:pt idx="11">
                  <c:v>8.8</c:v>
                </c:pt>
                <c:pt idx="12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44.6</c:v>
                </c:pt>
                <c:pt idx="1">
                  <c:v>44.8</c:v>
                </c:pt>
                <c:pt idx="2">
                  <c:v>44.7</c:v>
                </c:pt>
                <c:pt idx="3">
                  <c:v>44.3</c:v>
                </c:pt>
                <c:pt idx="4">
                  <c:v>44.0</c:v>
                </c:pt>
                <c:pt idx="5">
                  <c:v>44.5</c:v>
                </c:pt>
                <c:pt idx="6">
                  <c:v>45.1</c:v>
                </c:pt>
                <c:pt idx="7">
                  <c:v>43.2</c:v>
                </c:pt>
                <c:pt idx="8">
                  <c:v>43.6</c:v>
                </c:pt>
                <c:pt idx="9">
                  <c:v>43.2</c:v>
                </c:pt>
                <c:pt idx="10">
                  <c:v>44.8</c:v>
                </c:pt>
                <c:pt idx="11">
                  <c:v>45.9</c:v>
                </c:pt>
                <c:pt idx="12">
                  <c:v>45.9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31.8</c:v>
                </c:pt>
                <c:pt idx="1">
                  <c:v>31.3</c:v>
                </c:pt>
                <c:pt idx="2">
                  <c:v>29.6</c:v>
                </c:pt>
                <c:pt idx="3">
                  <c:v>30.4</c:v>
                </c:pt>
                <c:pt idx="4">
                  <c:v>31.0</c:v>
                </c:pt>
                <c:pt idx="5">
                  <c:v>32.4</c:v>
                </c:pt>
                <c:pt idx="6">
                  <c:v>32.4</c:v>
                </c:pt>
                <c:pt idx="7">
                  <c:v>33.8</c:v>
                </c:pt>
                <c:pt idx="8">
                  <c:v>32.6</c:v>
                </c:pt>
                <c:pt idx="9">
                  <c:v>33.1</c:v>
                </c:pt>
                <c:pt idx="10">
                  <c:v>31.8</c:v>
                </c:pt>
                <c:pt idx="11">
                  <c:v>30.8</c:v>
                </c:pt>
                <c:pt idx="12">
                  <c:v>30.8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7.2</c:v>
                </c:pt>
                <c:pt idx="1">
                  <c:v>6.3</c:v>
                </c:pt>
                <c:pt idx="2">
                  <c:v>7.0</c:v>
                </c:pt>
                <c:pt idx="3">
                  <c:v>7.1</c:v>
                </c:pt>
                <c:pt idx="4">
                  <c:v>6.8</c:v>
                </c:pt>
                <c:pt idx="5">
                  <c:v>6.2</c:v>
                </c:pt>
                <c:pt idx="6">
                  <c:v>6.6</c:v>
                </c:pt>
                <c:pt idx="7">
                  <c:v>6.8</c:v>
                </c:pt>
                <c:pt idx="8">
                  <c:v>6.5</c:v>
                </c:pt>
                <c:pt idx="9">
                  <c:v>6.0</c:v>
                </c:pt>
                <c:pt idx="10">
                  <c:v>5.5</c:v>
                </c:pt>
                <c:pt idx="11">
                  <c:v>5.8</c:v>
                </c:pt>
                <c:pt idx="12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2.9</c:v>
                </c:pt>
                <c:pt idx="2">
                  <c:v>3.7</c:v>
                </c:pt>
                <c:pt idx="3">
                  <c:v>3.5</c:v>
                </c:pt>
                <c:pt idx="4">
                  <c:v>3.8</c:v>
                </c:pt>
                <c:pt idx="5">
                  <c:v>3.9</c:v>
                </c:pt>
                <c:pt idx="6">
                  <c:v>4.0</c:v>
                </c:pt>
                <c:pt idx="7">
                  <c:v>4.0</c:v>
                </c:pt>
                <c:pt idx="8">
                  <c:v>2.6</c:v>
                </c:pt>
                <c:pt idx="9">
                  <c:v>2.7</c:v>
                </c:pt>
                <c:pt idx="10">
                  <c:v>2.8</c:v>
                </c:pt>
                <c:pt idx="11">
                  <c:v>3.8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1.0</c:v>
                </c:pt>
                <c:pt idx="3">
                  <c:v>1.1</c:v>
                </c:pt>
                <c:pt idx="4">
                  <c:v>1.1</c:v>
                </c:pt>
                <c:pt idx="5">
                  <c:v>0.9</c:v>
                </c:pt>
                <c:pt idx="6">
                  <c:v>0.5</c:v>
                </c:pt>
                <c:pt idx="7">
                  <c:v>0.8</c:v>
                </c:pt>
                <c:pt idx="8">
                  <c:v>1.0</c:v>
                </c:pt>
                <c:pt idx="9">
                  <c:v>1.4</c:v>
                </c:pt>
                <c:pt idx="10">
                  <c:v>1.6</c:v>
                </c:pt>
                <c:pt idx="11">
                  <c:v>1.5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10/18/2025</c:v>
                </c:pt>
                <c:pt idx="1">
                  <c:v>10/20/2025</c:v>
                </c:pt>
                <c:pt idx="2">
                  <c:v>10/21/2025</c:v>
                </c:pt>
                <c:pt idx="3">
                  <c:v>10/22/2025</c:v>
                </c:pt>
                <c:pt idx="4">
                  <c:v>10/23/2025</c:v>
                </c:pt>
                <c:pt idx="5">
                  <c:v>10/24/2025</c:v>
                </c:pt>
                <c:pt idx="6">
                  <c:v>10/25/2025</c:v>
                </c:pt>
                <c:pt idx="7">
                  <c:v>10/26/2025</c:v>
                </c:pt>
                <c:pt idx="8">
                  <c:v>10/27/2025</c:v>
                </c:pt>
                <c:pt idx="9">
                  <c:v>10/28/2025</c:v>
                </c:pt>
                <c:pt idx="10">
                  <c:v>10/29/2025</c:v>
                </c:pt>
                <c:pt idx="11">
                  <c:v>10/30/2025</c:v>
                </c:pt>
                <c:pt idx="12">
                  <c:v>10/31/2025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12.4</c:v>
                </c:pt>
                <c:pt idx="1">
                  <c:v>13.8</c:v>
                </c:pt>
                <c:pt idx="2">
                  <c:v>14.0</c:v>
                </c:pt>
                <c:pt idx="3">
                  <c:v>13.6</c:v>
                </c:pt>
                <c:pt idx="4">
                  <c:v>13.3</c:v>
                </c:pt>
                <c:pt idx="5">
                  <c:v>12.0</c:v>
                </c:pt>
                <c:pt idx="6">
                  <c:v>11.4</c:v>
                </c:pt>
                <c:pt idx="7">
                  <c:v>11.3</c:v>
                </c:pt>
                <c:pt idx="8">
                  <c:v>13.7</c:v>
                </c:pt>
                <c:pt idx="9">
                  <c:v>13.5</c:v>
                </c:pt>
                <c:pt idx="10">
                  <c:v>13.4</c:v>
                </c:pt>
                <c:pt idx="11">
                  <c:v>12.3</c:v>
                </c:pt>
                <c:pt idx="12">
                  <c:v>11.3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45.8</c:v>
                </c:pt>
                <c:pt idx="1">
                  <c:v>35.0</c:v>
                </c:pt>
                <c:pt idx="2">
                  <c:v>29.3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43.9</c:v>
                </c:pt>
                <c:pt idx="1">
                  <c:v>34.5</c:v>
                </c:pt>
                <c:pt idx="2">
                  <c:v>29.4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0.0</c:v>
                </c:pt>
                <c:pt idx="1">
                  <c:v>27.5</c:v>
                </c:pt>
                <c:pt idx="2">
                  <c:v>61.3</c:v>
                </c:pt>
                <c:pt idx="3">
                  <c:v>50.0</c:v>
                </c:pt>
                <c:pt idx="4">
                  <c:v>47.9</c:v>
                </c:pt>
                <c:pt idx="5">
                  <c:v>53.0</c:v>
                </c:pt>
                <c:pt idx="6">
                  <c:v>54.9</c:v>
                </c:pt>
                <c:pt idx="7">
                  <c:v>51.9</c:v>
                </c:pt>
                <c:pt idx="8">
                  <c:v>47.7</c:v>
                </c:pt>
                <c:pt idx="9">
                  <c:v>44.6</c:v>
                </c:pt>
                <c:pt idx="10">
                  <c:v>44.5</c:v>
                </c:pt>
                <c:pt idx="11">
                  <c:v>42.5</c:v>
                </c:pt>
                <c:pt idx="12">
                  <c:v>43.1</c:v>
                </c:pt>
                <c:pt idx="13">
                  <c:v>42.4</c:v>
                </c:pt>
                <c:pt idx="14">
                  <c:v>42.3</c:v>
                </c:pt>
                <c:pt idx="15">
                  <c:v>39.7</c:v>
                </c:pt>
                <c:pt idx="16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70.6</c:v>
                </c:pt>
                <c:pt idx="1">
                  <c:v>42.5</c:v>
                </c:pt>
                <c:pt idx="2">
                  <c:v>31.9</c:v>
                </c:pt>
                <c:pt idx="3">
                  <c:v>44.4</c:v>
                </c:pt>
                <c:pt idx="4">
                  <c:v>46.0</c:v>
                </c:pt>
                <c:pt idx="5">
                  <c:v>41.3</c:v>
                </c:pt>
                <c:pt idx="6">
                  <c:v>39.8</c:v>
                </c:pt>
                <c:pt idx="7">
                  <c:v>40.4</c:v>
                </c:pt>
                <c:pt idx="8">
                  <c:v>42.6</c:v>
                </c:pt>
                <c:pt idx="9">
                  <c:v>44.6</c:v>
                </c:pt>
                <c:pt idx="10">
                  <c:v>44.4</c:v>
                </c:pt>
                <c:pt idx="11">
                  <c:v>46.3</c:v>
                </c:pt>
                <c:pt idx="12">
                  <c:v>45.6</c:v>
                </c:pt>
                <c:pt idx="13">
                  <c:v>46.2</c:v>
                </c:pt>
                <c:pt idx="14">
                  <c:v>46.0</c:v>
                </c:pt>
                <c:pt idx="15">
                  <c:v>49.4</c:v>
                </c:pt>
                <c:pt idx="16">
                  <c:v>48.8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5.0</c:v>
                </c:pt>
                <c:pt idx="2">
                  <c:v>1.1</c:v>
                </c:pt>
                <c:pt idx="3">
                  <c:v>1.5</c:v>
                </c:pt>
                <c:pt idx="4">
                  <c:v>1.3</c:v>
                </c:pt>
                <c:pt idx="5">
                  <c:v>1.2</c:v>
                </c:pt>
                <c:pt idx="6">
                  <c:v>1.0</c:v>
                </c:pt>
                <c:pt idx="7">
                  <c:v>0.8</c:v>
                </c:pt>
                <c:pt idx="8">
                  <c:v>2.0</c:v>
                </c:pt>
                <c:pt idx="9">
                  <c:v>1.8</c:v>
                </c:pt>
                <c:pt idx="10">
                  <c:v>1.8</c:v>
                </c:pt>
                <c:pt idx="11">
                  <c:v>1.7</c:v>
                </c:pt>
                <c:pt idx="12">
                  <c:v>1.7</c:v>
                </c:pt>
                <c:pt idx="13">
                  <c:v>1.7</c:v>
                </c:pt>
                <c:pt idx="14">
                  <c:v>1.5</c:v>
                </c:pt>
                <c:pt idx="15">
                  <c:v>1.3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0.5</c:v>
                </c:pt>
                <c:pt idx="7">
                  <c:v>0.4</c:v>
                </c:pt>
                <c:pt idx="8">
                  <c:v>0.8</c:v>
                </c:pt>
                <c:pt idx="9">
                  <c:v>0.7</c:v>
                </c:pt>
                <c:pt idx="10">
                  <c:v>0.6</c:v>
                </c:pt>
                <c:pt idx="11">
                  <c:v>0.6</c:v>
                </c:pt>
                <c:pt idx="12">
                  <c:v>0.6</c:v>
                </c:pt>
                <c:pt idx="13">
                  <c:v>0.6</c:v>
                </c:pt>
                <c:pt idx="14">
                  <c:v>0.5</c:v>
                </c:pt>
                <c:pt idx="15">
                  <c:v>0.4</c:v>
                </c:pt>
                <c:pt idx="16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0.5</c:v>
                </c:pt>
                <c:pt idx="4">
                  <c:v>0.5</c:v>
                </c:pt>
                <c:pt idx="5">
                  <c:v>0.3</c:v>
                </c:pt>
                <c:pt idx="6">
                  <c:v>0.3</c:v>
                </c:pt>
                <c:pt idx="7">
                  <c:v>3.8</c:v>
                </c:pt>
                <c:pt idx="8">
                  <c:v>3.1</c:v>
                </c:pt>
                <c:pt idx="9">
                  <c:v>4.2</c:v>
                </c:pt>
                <c:pt idx="10">
                  <c:v>3.7</c:v>
                </c:pt>
                <c:pt idx="11">
                  <c:v>3.6</c:v>
                </c:pt>
                <c:pt idx="12">
                  <c:v>3.5</c:v>
                </c:pt>
                <c:pt idx="13">
                  <c:v>3.4</c:v>
                </c:pt>
                <c:pt idx="14">
                  <c:v>3.7</c:v>
                </c:pt>
                <c:pt idx="15">
                  <c:v>3.2</c:v>
                </c:pt>
                <c:pt idx="16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29.4</c:v>
                </c:pt>
                <c:pt idx="1">
                  <c:v>25.0</c:v>
                </c:pt>
                <c:pt idx="2">
                  <c:v>5.7</c:v>
                </c:pt>
                <c:pt idx="3">
                  <c:v>3.6</c:v>
                </c:pt>
                <c:pt idx="4">
                  <c:v>4.3</c:v>
                </c:pt>
                <c:pt idx="5">
                  <c:v>4.2</c:v>
                </c:pt>
                <c:pt idx="6">
                  <c:v>3.6</c:v>
                </c:pt>
                <c:pt idx="7">
                  <c:v>2.8</c:v>
                </c:pt>
                <c:pt idx="8">
                  <c:v>3.8</c:v>
                </c:pt>
                <c:pt idx="9">
                  <c:v>4.1</c:v>
                </c:pt>
                <c:pt idx="10">
                  <c:v>4.9</c:v>
                </c:pt>
                <c:pt idx="11">
                  <c:v>5.3</c:v>
                </c:pt>
                <c:pt idx="12">
                  <c:v>5.5</c:v>
                </c:pt>
                <c:pt idx="13">
                  <c:v>5.7</c:v>
                </c:pt>
                <c:pt idx="14">
                  <c:v>6.0</c:v>
                </c:pt>
                <c:pt idx="15">
                  <c:v>5.9</c:v>
                </c:pt>
                <c:pt idx="16">
                  <c:v>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53.0</c:v>
                </c:pt>
                <c:pt idx="1">
                  <c:v>54.9</c:v>
                </c:pt>
                <c:pt idx="2">
                  <c:v>52.0</c:v>
                </c:pt>
                <c:pt idx="3">
                  <c:v>48.2</c:v>
                </c:pt>
                <c:pt idx="4">
                  <c:v>42.6</c:v>
                </c:pt>
                <c:pt idx="5">
                  <c:v>42.6</c:v>
                </c:pt>
                <c:pt idx="6">
                  <c:v>40.6</c:v>
                </c:pt>
                <c:pt idx="7">
                  <c:v>37.6</c:v>
                </c:pt>
                <c:pt idx="8">
                  <c:v>34.0</c:v>
                </c:pt>
                <c:pt idx="9">
                  <c:v>34.7</c:v>
                </c:pt>
                <c:pt idx="10">
                  <c:v>32.4</c:v>
                </c:pt>
                <c:pt idx="11">
                  <c:v>36.1</c:v>
                </c:pt>
                <c:pt idx="12">
                  <c:v>33.2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41.3</c:v>
                </c:pt>
                <c:pt idx="1">
                  <c:v>39.8</c:v>
                </c:pt>
                <c:pt idx="2">
                  <c:v>40.3</c:v>
                </c:pt>
                <c:pt idx="3">
                  <c:v>42.6</c:v>
                </c:pt>
                <c:pt idx="4">
                  <c:v>46.2</c:v>
                </c:pt>
                <c:pt idx="5">
                  <c:v>44.4</c:v>
                </c:pt>
                <c:pt idx="6">
                  <c:v>46.4</c:v>
                </c:pt>
                <c:pt idx="7">
                  <c:v>48.0</c:v>
                </c:pt>
                <c:pt idx="8">
                  <c:v>50.5</c:v>
                </c:pt>
                <c:pt idx="9">
                  <c:v>50.4</c:v>
                </c:pt>
                <c:pt idx="10">
                  <c:v>55.7</c:v>
                </c:pt>
                <c:pt idx="11">
                  <c:v>52.1</c:v>
                </c:pt>
                <c:pt idx="12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1.2</c:v>
                </c:pt>
                <c:pt idx="1">
                  <c:v>1.0</c:v>
                </c:pt>
                <c:pt idx="2">
                  <c:v>0.8</c:v>
                </c:pt>
                <c:pt idx="3">
                  <c:v>1.9</c:v>
                </c:pt>
                <c:pt idx="4">
                  <c:v>1.9</c:v>
                </c:pt>
                <c:pt idx="5">
                  <c:v>2.0</c:v>
                </c:pt>
                <c:pt idx="6">
                  <c:v>1.9</c:v>
                </c:pt>
                <c:pt idx="7">
                  <c:v>2.0</c:v>
                </c:pt>
                <c:pt idx="8">
                  <c:v>2.2</c:v>
                </c:pt>
                <c:pt idx="9">
                  <c:v>2.1</c:v>
                </c:pt>
                <c:pt idx="10">
                  <c:v>0.7</c:v>
                </c:pt>
                <c:pt idx="11">
                  <c:v>0.7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0.0</c:v>
                </c:pt>
                <c:pt idx="1">
                  <c:v>0.5</c:v>
                </c:pt>
                <c:pt idx="2">
                  <c:v>0.4</c:v>
                </c:pt>
                <c:pt idx="3">
                  <c:v>0.8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0.6</c:v>
                </c:pt>
                <c:pt idx="9">
                  <c:v>0.7</c:v>
                </c:pt>
                <c:pt idx="10">
                  <c:v>0.1</c:v>
                </c:pt>
                <c:pt idx="11">
                  <c:v>0.7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0.3</c:v>
                </c:pt>
                <c:pt idx="1">
                  <c:v>0.3</c:v>
                </c:pt>
                <c:pt idx="2">
                  <c:v>3.8</c:v>
                </c:pt>
                <c:pt idx="3">
                  <c:v>3.2</c:v>
                </c:pt>
                <c:pt idx="4">
                  <c:v>4.7</c:v>
                </c:pt>
                <c:pt idx="5">
                  <c:v>4.8</c:v>
                </c:pt>
                <c:pt idx="6">
                  <c:v>4.7</c:v>
                </c:pt>
                <c:pt idx="7">
                  <c:v>5.3</c:v>
                </c:pt>
                <c:pt idx="8">
                  <c:v>5.5</c:v>
                </c:pt>
                <c:pt idx="9">
                  <c:v>3.6</c:v>
                </c:pt>
                <c:pt idx="10">
                  <c:v>3.2</c:v>
                </c:pt>
                <c:pt idx="11">
                  <c:v>1.6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4.2</c:v>
                </c:pt>
                <c:pt idx="1">
                  <c:v>3.6</c:v>
                </c:pt>
                <c:pt idx="2">
                  <c:v>2.7</c:v>
                </c:pt>
                <c:pt idx="3">
                  <c:v>3.2</c:v>
                </c:pt>
                <c:pt idx="4">
                  <c:v>3.9</c:v>
                </c:pt>
                <c:pt idx="5">
                  <c:v>5.4</c:v>
                </c:pt>
                <c:pt idx="6">
                  <c:v>5.6</c:v>
                </c:pt>
                <c:pt idx="7">
                  <c:v>6.3</c:v>
                </c:pt>
                <c:pt idx="8">
                  <c:v>7.1</c:v>
                </c:pt>
                <c:pt idx="9">
                  <c:v>8.5</c:v>
                </c:pt>
                <c:pt idx="10">
                  <c:v>7.9</c:v>
                </c:pt>
                <c:pt idx="11">
                  <c:v>8.9</c:v>
                </c:pt>
                <c:pt idx="12">
                  <c:v>14.1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100.0</c:v>
                </c:pt>
                <c:pt idx="1">
                  <c:v>42.6</c:v>
                </c:pt>
                <c:pt idx="2">
                  <c:v>42.4</c:v>
                </c:pt>
                <c:pt idx="3">
                  <c:v>53.1</c:v>
                </c:pt>
                <c:pt idx="4">
                  <c:v>48.3</c:v>
                </c:pt>
                <c:pt idx="5">
                  <c:v>53.3</c:v>
                </c:pt>
                <c:pt idx="6">
                  <c:v>53.0</c:v>
                </c:pt>
                <c:pt idx="7">
                  <c:v>54.8</c:v>
                </c:pt>
                <c:pt idx="8">
                  <c:v>55.0</c:v>
                </c:pt>
                <c:pt idx="9">
                  <c:v>55.5</c:v>
                </c:pt>
                <c:pt idx="10">
                  <c:v>55.1</c:v>
                </c:pt>
                <c:pt idx="11">
                  <c:v>55.2</c:v>
                </c:pt>
                <c:pt idx="12">
                  <c:v>55.0</c:v>
                </c:pt>
                <c:pt idx="13">
                  <c:v>54.3</c:v>
                </c:pt>
                <c:pt idx="14">
                  <c:v>54.3</c:v>
                </c:pt>
                <c:pt idx="15">
                  <c:v>53.9</c:v>
                </c:pt>
                <c:pt idx="16">
                  <c:v>53.2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32.2</c:v>
                </c:pt>
                <c:pt idx="2">
                  <c:v>42.1</c:v>
                </c:pt>
                <c:pt idx="3">
                  <c:v>31.2</c:v>
                </c:pt>
                <c:pt idx="4">
                  <c:v>36.6</c:v>
                </c:pt>
                <c:pt idx="5">
                  <c:v>30.0</c:v>
                </c:pt>
                <c:pt idx="6">
                  <c:v>28.5</c:v>
                </c:pt>
                <c:pt idx="7">
                  <c:v>27.2</c:v>
                </c:pt>
                <c:pt idx="8">
                  <c:v>25.2</c:v>
                </c:pt>
                <c:pt idx="9">
                  <c:v>24.6</c:v>
                </c:pt>
                <c:pt idx="10">
                  <c:v>24.2</c:v>
                </c:pt>
                <c:pt idx="11">
                  <c:v>24.5</c:v>
                </c:pt>
                <c:pt idx="12">
                  <c:v>22.7</c:v>
                </c:pt>
                <c:pt idx="13">
                  <c:v>22.3</c:v>
                </c:pt>
                <c:pt idx="14">
                  <c:v>22.3</c:v>
                </c:pt>
                <c:pt idx="15">
                  <c:v>22.9</c:v>
                </c:pt>
                <c:pt idx="16">
                  <c:v>23.1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8.8</c:v>
                </c:pt>
                <c:pt idx="2">
                  <c:v>3.8</c:v>
                </c:pt>
                <c:pt idx="3">
                  <c:v>2.2</c:v>
                </c:pt>
                <c:pt idx="4">
                  <c:v>2.4</c:v>
                </c:pt>
                <c:pt idx="5">
                  <c:v>2.5</c:v>
                </c:pt>
                <c:pt idx="6">
                  <c:v>2.3</c:v>
                </c:pt>
                <c:pt idx="7">
                  <c:v>2.1</c:v>
                </c:pt>
                <c:pt idx="8">
                  <c:v>1.9</c:v>
                </c:pt>
                <c:pt idx="9">
                  <c:v>2.0</c:v>
                </c:pt>
                <c:pt idx="10">
                  <c:v>1.9</c:v>
                </c:pt>
                <c:pt idx="11">
                  <c:v>1.8</c:v>
                </c:pt>
                <c:pt idx="12">
                  <c:v>3.1</c:v>
                </c:pt>
                <c:pt idx="13">
                  <c:v>3.1</c:v>
                </c:pt>
                <c:pt idx="14">
                  <c:v>3.3</c:v>
                </c:pt>
                <c:pt idx="15">
                  <c:v>3.3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5.8</c:v>
                </c:pt>
                <c:pt idx="2">
                  <c:v>9.3</c:v>
                </c:pt>
                <c:pt idx="3">
                  <c:v>9.3</c:v>
                </c:pt>
                <c:pt idx="4">
                  <c:v>8.2</c:v>
                </c:pt>
                <c:pt idx="5">
                  <c:v>7.9</c:v>
                </c:pt>
                <c:pt idx="6">
                  <c:v>8.6</c:v>
                </c:pt>
                <c:pt idx="7">
                  <c:v>8.1</c:v>
                </c:pt>
                <c:pt idx="8">
                  <c:v>8.6</c:v>
                </c:pt>
                <c:pt idx="9">
                  <c:v>8.5</c:v>
                </c:pt>
                <c:pt idx="10">
                  <c:v>8.8</c:v>
                </c:pt>
                <c:pt idx="11">
                  <c:v>8.6</c:v>
                </c:pt>
                <c:pt idx="12">
                  <c:v>10.0</c:v>
                </c:pt>
                <c:pt idx="13">
                  <c:v>10.9</c:v>
                </c:pt>
                <c:pt idx="14">
                  <c:v>11.1</c:v>
                </c:pt>
                <c:pt idx="15">
                  <c:v>10.7</c:v>
                </c:pt>
                <c:pt idx="16">
                  <c:v>10.5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0.5</c:v>
                </c:pt>
                <c:pt idx="3">
                  <c:v>1.6</c:v>
                </c:pt>
                <c:pt idx="4">
                  <c:v>1.9</c:v>
                </c:pt>
                <c:pt idx="5">
                  <c:v>1.5</c:v>
                </c:pt>
                <c:pt idx="6">
                  <c:v>1.3</c:v>
                </c:pt>
                <c:pt idx="7">
                  <c:v>1.2</c:v>
                </c:pt>
                <c:pt idx="8">
                  <c:v>1.0</c:v>
                </c:pt>
                <c:pt idx="9">
                  <c:v>1.0</c:v>
                </c:pt>
                <c:pt idx="10">
                  <c:v>1.2</c:v>
                </c:pt>
                <c:pt idx="11">
                  <c:v>1.2</c:v>
                </c:pt>
                <c:pt idx="12">
                  <c:v>1.0</c:v>
                </c:pt>
                <c:pt idx="13">
                  <c:v>0.9</c:v>
                </c:pt>
                <c:pt idx="14">
                  <c:v>1.0</c:v>
                </c:pt>
                <c:pt idx="15">
                  <c:v>0.9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10.6</c:v>
                </c:pt>
                <c:pt idx="2">
                  <c:v>1.9</c:v>
                </c:pt>
                <c:pt idx="3">
                  <c:v>2.5</c:v>
                </c:pt>
                <c:pt idx="4">
                  <c:v>2.6</c:v>
                </c:pt>
                <c:pt idx="5">
                  <c:v>4.8</c:v>
                </c:pt>
                <c:pt idx="6">
                  <c:v>6.3</c:v>
                </c:pt>
                <c:pt idx="7">
                  <c:v>6.6</c:v>
                </c:pt>
                <c:pt idx="8">
                  <c:v>8.2</c:v>
                </c:pt>
                <c:pt idx="9">
                  <c:v>8.4</c:v>
                </c:pt>
                <c:pt idx="10">
                  <c:v>8.8</c:v>
                </c:pt>
                <c:pt idx="11">
                  <c:v>8.7</c:v>
                </c:pt>
                <c:pt idx="12">
                  <c:v>8.2</c:v>
                </c:pt>
                <c:pt idx="13">
                  <c:v>8.4</c:v>
                </c:pt>
                <c:pt idx="14">
                  <c:v>8.0</c:v>
                </c:pt>
                <c:pt idx="15">
                  <c:v>8.2</c:v>
                </c:pt>
                <c:pt idx="16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53.3</c:v>
                </c:pt>
                <c:pt idx="1">
                  <c:v>53.0</c:v>
                </c:pt>
                <c:pt idx="2">
                  <c:v>54.8</c:v>
                </c:pt>
                <c:pt idx="3">
                  <c:v>55.3</c:v>
                </c:pt>
                <c:pt idx="4">
                  <c:v>58.6</c:v>
                </c:pt>
                <c:pt idx="5">
                  <c:v>55.9</c:v>
                </c:pt>
                <c:pt idx="6">
                  <c:v>58.9</c:v>
                </c:pt>
                <c:pt idx="7">
                  <c:v>56.2</c:v>
                </c:pt>
                <c:pt idx="8">
                  <c:v>55.2</c:v>
                </c:pt>
                <c:pt idx="9">
                  <c:v>53.8</c:v>
                </c:pt>
                <c:pt idx="10">
                  <c:v>52.7</c:v>
                </c:pt>
                <c:pt idx="11">
                  <c:v>51.0</c:v>
                </c:pt>
                <c:pt idx="12">
                  <c:v>49.6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30.0</c:v>
                </c:pt>
                <c:pt idx="1">
                  <c:v>28.5</c:v>
                </c:pt>
                <c:pt idx="2">
                  <c:v>27.3</c:v>
                </c:pt>
                <c:pt idx="3">
                  <c:v>25.1</c:v>
                </c:pt>
                <c:pt idx="4">
                  <c:v>20.5</c:v>
                </c:pt>
                <c:pt idx="5">
                  <c:v>21.1</c:v>
                </c:pt>
                <c:pt idx="6">
                  <c:v>18.0</c:v>
                </c:pt>
                <c:pt idx="7">
                  <c:v>17.7</c:v>
                </c:pt>
                <c:pt idx="8">
                  <c:v>17.9</c:v>
                </c:pt>
                <c:pt idx="9">
                  <c:v>18.2</c:v>
                </c:pt>
                <c:pt idx="10">
                  <c:v>20.6</c:v>
                </c:pt>
                <c:pt idx="11">
                  <c:v>21.6</c:v>
                </c:pt>
                <c:pt idx="12">
                  <c:v>24.3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2.5</c:v>
                </c:pt>
                <c:pt idx="1">
                  <c:v>2.3</c:v>
                </c:pt>
                <c:pt idx="2">
                  <c:v>2.1</c:v>
                </c:pt>
                <c:pt idx="3">
                  <c:v>1.8</c:v>
                </c:pt>
                <c:pt idx="4">
                  <c:v>1.5</c:v>
                </c:pt>
                <c:pt idx="5">
                  <c:v>1.8</c:v>
                </c:pt>
                <c:pt idx="6">
                  <c:v>1.5</c:v>
                </c:pt>
                <c:pt idx="7">
                  <c:v>3.5</c:v>
                </c:pt>
                <c:pt idx="8">
                  <c:v>3.7</c:v>
                </c:pt>
                <c:pt idx="9">
                  <c:v>4.4</c:v>
                </c:pt>
                <c:pt idx="10">
                  <c:v>4.8</c:v>
                </c:pt>
                <c:pt idx="11">
                  <c:v>5.1</c:v>
                </c:pt>
                <c:pt idx="12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7.9</c:v>
                </c:pt>
                <c:pt idx="1">
                  <c:v>8.6</c:v>
                </c:pt>
                <c:pt idx="2">
                  <c:v>8.1</c:v>
                </c:pt>
                <c:pt idx="3">
                  <c:v>8.7</c:v>
                </c:pt>
                <c:pt idx="4">
                  <c:v>8.4</c:v>
                </c:pt>
                <c:pt idx="5">
                  <c:v>8.6</c:v>
                </c:pt>
                <c:pt idx="6">
                  <c:v>8.9</c:v>
                </c:pt>
                <c:pt idx="7">
                  <c:v>11.5</c:v>
                </c:pt>
                <c:pt idx="8">
                  <c:v>12.5</c:v>
                </c:pt>
                <c:pt idx="9">
                  <c:v>13.6</c:v>
                </c:pt>
                <c:pt idx="10">
                  <c:v>12.9</c:v>
                </c:pt>
                <c:pt idx="11">
                  <c:v>12.4</c:v>
                </c:pt>
                <c:pt idx="12">
                  <c:v>11.4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1.3</c:v>
                </c:pt>
                <c:pt idx="2">
                  <c:v>1.2</c:v>
                </c:pt>
                <c:pt idx="3">
                  <c:v>1.0</c:v>
                </c:pt>
                <c:pt idx="4">
                  <c:v>1.2</c:v>
                </c:pt>
                <c:pt idx="5">
                  <c:v>1.1</c:v>
                </c:pt>
                <c:pt idx="6">
                  <c:v>0.8</c:v>
                </c:pt>
                <c:pt idx="7">
                  <c:v>0.7</c:v>
                </c:pt>
                <c:pt idx="8">
                  <c:v>0.7</c:v>
                </c:pt>
                <c:pt idx="9">
                  <c:v>0.9</c:v>
                </c:pt>
                <c:pt idx="10">
                  <c:v>0.9</c:v>
                </c:pt>
                <c:pt idx="11">
                  <c:v>1.3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4.8</c:v>
                </c:pt>
                <c:pt idx="1">
                  <c:v>6.3</c:v>
                </c:pt>
                <c:pt idx="2">
                  <c:v>6.6</c:v>
                </c:pt>
                <c:pt idx="3">
                  <c:v>8.1</c:v>
                </c:pt>
                <c:pt idx="4">
                  <c:v>9.9</c:v>
                </c:pt>
                <c:pt idx="5">
                  <c:v>11.6</c:v>
                </c:pt>
                <c:pt idx="6">
                  <c:v>11.9</c:v>
                </c:pt>
                <c:pt idx="7">
                  <c:v>10.4</c:v>
                </c:pt>
                <c:pt idx="8">
                  <c:v>10.0</c:v>
                </c:pt>
                <c:pt idx="9">
                  <c:v>9.2</c:v>
                </c:pt>
                <c:pt idx="10">
                  <c:v>8.3</c:v>
                </c:pt>
                <c:pt idx="11">
                  <c:v>8.6</c:v>
                </c:pt>
                <c:pt idx="12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10.9</c:v>
                </c:pt>
                <c:pt idx="1">
                  <c:v>38.9</c:v>
                </c:pt>
                <c:pt idx="2">
                  <c:v>48.6</c:v>
                </c:pt>
                <c:pt idx="3">
                  <c:v>46.5</c:v>
                </c:pt>
                <c:pt idx="4">
                  <c:v>49.1</c:v>
                </c:pt>
                <c:pt idx="5">
                  <c:v>48.5</c:v>
                </c:pt>
                <c:pt idx="6">
                  <c:v>48.7</c:v>
                </c:pt>
                <c:pt idx="7">
                  <c:v>47.6</c:v>
                </c:pt>
                <c:pt idx="8">
                  <c:v>47.2</c:v>
                </c:pt>
                <c:pt idx="9">
                  <c:v>46.6</c:v>
                </c:pt>
                <c:pt idx="10">
                  <c:v>46.7</c:v>
                </c:pt>
                <c:pt idx="11">
                  <c:v>47.0</c:v>
                </c:pt>
                <c:pt idx="12">
                  <c:v>47.8</c:v>
                </c:pt>
                <c:pt idx="13">
                  <c:v>48.1</c:v>
                </c:pt>
                <c:pt idx="14">
                  <c:v>48.1</c:v>
                </c:pt>
                <c:pt idx="15">
                  <c:v>48.7</c:v>
                </c:pt>
                <c:pt idx="16">
                  <c:v>48.6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22.5</c:v>
                </c:pt>
                <c:pt idx="2">
                  <c:v>24.8</c:v>
                </c:pt>
                <c:pt idx="3">
                  <c:v>34.7</c:v>
                </c:pt>
                <c:pt idx="4">
                  <c:v>32.8</c:v>
                </c:pt>
                <c:pt idx="5">
                  <c:v>32.1</c:v>
                </c:pt>
                <c:pt idx="6">
                  <c:v>30.8</c:v>
                </c:pt>
                <c:pt idx="7">
                  <c:v>31.1</c:v>
                </c:pt>
                <c:pt idx="8">
                  <c:v>31.9</c:v>
                </c:pt>
                <c:pt idx="9">
                  <c:v>32.6</c:v>
                </c:pt>
                <c:pt idx="10">
                  <c:v>33.0</c:v>
                </c:pt>
                <c:pt idx="11">
                  <c:v>32.7</c:v>
                </c:pt>
                <c:pt idx="12">
                  <c:v>31.9</c:v>
                </c:pt>
                <c:pt idx="13">
                  <c:v>32.3</c:v>
                </c:pt>
                <c:pt idx="14">
                  <c:v>33.0</c:v>
                </c:pt>
                <c:pt idx="15">
                  <c:v>32.8</c:v>
                </c:pt>
                <c:pt idx="16">
                  <c:v>33.9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8.7</c:v>
                </c:pt>
                <c:pt idx="2">
                  <c:v>10.6</c:v>
                </c:pt>
                <c:pt idx="3">
                  <c:v>7.8</c:v>
                </c:pt>
                <c:pt idx="4">
                  <c:v>7.8</c:v>
                </c:pt>
                <c:pt idx="5">
                  <c:v>7.1</c:v>
                </c:pt>
                <c:pt idx="6">
                  <c:v>8.1</c:v>
                </c:pt>
                <c:pt idx="7">
                  <c:v>8.9</c:v>
                </c:pt>
                <c:pt idx="8">
                  <c:v>8.2</c:v>
                </c:pt>
                <c:pt idx="9">
                  <c:v>8.2</c:v>
                </c:pt>
                <c:pt idx="10">
                  <c:v>8.2</c:v>
                </c:pt>
                <c:pt idx="11">
                  <c:v>8.1</c:v>
                </c:pt>
                <c:pt idx="12">
                  <c:v>8.1</c:v>
                </c:pt>
                <c:pt idx="13">
                  <c:v>7.8</c:v>
                </c:pt>
                <c:pt idx="14">
                  <c:v>7.3</c:v>
                </c:pt>
                <c:pt idx="15">
                  <c:v>7.2</c:v>
                </c:pt>
                <c:pt idx="16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1.1</c:v>
                </c:pt>
                <c:pt idx="2">
                  <c:v>7.0</c:v>
                </c:pt>
                <c:pt idx="3">
                  <c:v>3.6</c:v>
                </c:pt>
                <c:pt idx="4">
                  <c:v>2.8</c:v>
                </c:pt>
                <c:pt idx="5">
                  <c:v>3.1</c:v>
                </c:pt>
                <c:pt idx="6">
                  <c:v>3.2</c:v>
                </c:pt>
                <c:pt idx="7">
                  <c:v>2.9</c:v>
                </c:pt>
                <c:pt idx="8">
                  <c:v>2.8</c:v>
                </c:pt>
                <c:pt idx="9">
                  <c:v>2.8</c:v>
                </c:pt>
                <c:pt idx="10">
                  <c:v>2.6</c:v>
                </c:pt>
                <c:pt idx="11">
                  <c:v>2.6</c:v>
                </c:pt>
                <c:pt idx="12">
                  <c:v>2.4</c:v>
                </c:pt>
                <c:pt idx="13">
                  <c:v>2.3</c:v>
                </c:pt>
                <c:pt idx="14">
                  <c:v>2.3</c:v>
                </c:pt>
                <c:pt idx="15">
                  <c:v>2.2</c:v>
                </c:pt>
                <c:pt idx="16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0.2</c:v>
                </c:pt>
                <c:pt idx="4">
                  <c:v>0.9</c:v>
                </c:pt>
                <c:pt idx="5">
                  <c:v>0.6</c:v>
                </c:pt>
                <c:pt idx="6">
                  <c:v>0.6</c:v>
                </c:pt>
                <c:pt idx="7">
                  <c:v>0.7</c:v>
                </c:pt>
                <c:pt idx="8">
                  <c:v>0.7</c:v>
                </c:pt>
                <c:pt idx="9">
                  <c:v>0.9</c:v>
                </c:pt>
                <c:pt idx="10">
                  <c:v>0.8</c:v>
                </c:pt>
                <c:pt idx="11">
                  <c:v>0.8</c:v>
                </c:pt>
                <c:pt idx="12">
                  <c:v>0.8</c:v>
                </c:pt>
                <c:pt idx="13">
                  <c:v>0.7</c:v>
                </c:pt>
                <c:pt idx="14">
                  <c:v>0.8</c:v>
                </c:pt>
                <c:pt idx="15">
                  <c:v>0.7</c:v>
                </c:pt>
                <c:pt idx="16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89.1</c:v>
                </c:pt>
                <c:pt idx="1">
                  <c:v>28.7</c:v>
                </c:pt>
                <c:pt idx="2">
                  <c:v>9.0</c:v>
                </c:pt>
                <c:pt idx="3">
                  <c:v>7.1</c:v>
                </c:pt>
                <c:pt idx="4">
                  <c:v>6.6</c:v>
                </c:pt>
                <c:pt idx="5">
                  <c:v>8.5</c:v>
                </c:pt>
                <c:pt idx="6">
                  <c:v>8.6</c:v>
                </c:pt>
                <c:pt idx="7">
                  <c:v>8.8</c:v>
                </c:pt>
                <c:pt idx="8">
                  <c:v>9.1</c:v>
                </c:pt>
                <c:pt idx="9">
                  <c:v>8.9</c:v>
                </c:pt>
                <c:pt idx="10">
                  <c:v>8.7</c:v>
                </c:pt>
                <c:pt idx="11">
                  <c:v>8.8</c:v>
                </c:pt>
                <c:pt idx="12">
                  <c:v>9.0</c:v>
                </c:pt>
                <c:pt idx="13">
                  <c:v>8.8</c:v>
                </c:pt>
                <c:pt idx="14">
                  <c:v>8.6</c:v>
                </c:pt>
                <c:pt idx="15">
                  <c:v>8.5</c:v>
                </c:pt>
                <c:pt idx="16">
                  <c:v>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48.5</c:v>
                </c:pt>
                <c:pt idx="1">
                  <c:v>48.7</c:v>
                </c:pt>
                <c:pt idx="2">
                  <c:v>47.7</c:v>
                </c:pt>
                <c:pt idx="3">
                  <c:v>47.4</c:v>
                </c:pt>
                <c:pt idx="4">
                  <c:v>46.3</c:v>
                </c:pt>
                <c:pt idx="5">
                  <c:v>46.8</c:v>
                </c:pt>
                <c:pt idx="6">
                  <c:v>45.7</c:v>
                </c:pt>
                <c:pt idx="7">
                  <c:v>46.9</c:v>
                </c:pt>
                <c:pt idx="8">
                  <c:v>47.3</c:v>
                </c:pt>
                <c:pt idx="9">
                  <c:v>49.0</c:v>
                </c:pt>
                <c:pt idx="10">
                  <c:v>51.6</c:v>
                </c:pt>
                <c:pt idx="11">
                  <c:v>52.1</c:v>
                </c:pt>
                <c:pt idx="12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32.1</c:v>
                </c:pt>
                <c:pt idx="1">
                  <c:v>30.8</c:v>
                </c:pt>
                <c:pt idx="2">
                  <c:v>31.2</c:v>
                </c:pt>
                <c:pt idx="3">
                  <c:v>32.1</c:v>
                </c:pt>
                <c:pt idx="4">
                  <c:v>33.9</c:v>
                </c:pt>
                <c:pt idx="5">
                  <c:v>32.3</c:v>
                </c:pt>
                <c:pt idx="6">
                  <c:v>32.7</c:v>
                </c:pt>
                <c:pt idx="7">
                  <c:v>31.7</c:v>
                </c:pt>
                <c:pt idx="8">
                  <c:v>34.4</c:v>
                </c:pt>
                <c:pt idx="9">
                  <c:v>36.0</c:v>
                </c:pt>
                <c:pt idx="10">
                  <c:v>34.5</c:v>
                </c:pt>
                <c:pt idx="11">
                  <c:v>36.0</c:v>
                </c:pt>
                <c:pt idx="12">
                  <c:v>37.0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7.1</c:v>
                </c:pt>
                <c:pt idx="1">
                  <c:v>8.1</c:v>
                </c:pt>
                <c:pt idx="2">
                  <c:v>8.9</c:v>
                </c:pt>
                <c:pt idx="3">
                  <c:v>8.2</c:v>
                </c:pt>
                <c:pt idx="4">
                  <c:v>7.8</c:v>
                </c:pt>
                <c:pt idx="5">
                  <c:v>8.3</c:v>
                </c:pt>
                <c:pt idx="6">
                  <c:v>8.3</c:v>
                </c:pt>
                <c:pt idx="7">
                  <c:v>9.1</c:v>
                </c:pt>
                <c:pt idx="8">
                  <c:v>7.3</c:v>
                </c:pt>
                <c:pt idx="9">
                  <c:v>4.6</c:v>
                </c:pt>
                <c:pt idx="10">
                  <c:v>5.0</c:v>
                </c:pt>
                <c:pt idx="11">
                  <c:v>3.8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3.1</c:v>
                </c:pt>
                <c:pt idx="1">
                  <c:v>3.2</c:v>
                </c:pt>
                <c:pt idx="2">
                  <c:v>2.9</c:v>
                </c:pt>
                <c:pt idx="3">
                  <c:v>2.9</c:v>
                </c:pt>
                <c:pt idx="4">
                  <c:v>2.1</c:v>
                </c:pt>
                <c:pt idx="5">
                  <c:v>2.1</c:v>
                </c:pt>
                <c:pt idx="6">
                  <c:v>2.5</c:v>
                </c:pt>
                <c:pt idx="7">
                  <c:v>1.7</c:v>
                </c:pt>
                <c:pt idx="8">
                  <c:v>1.0</c:v>
                </c:pt>
                <c:pt idx="9">
                  <c:v>1.3</c:v>
                </c:pt>
                <c:pt idx="10">
                  <c:v>0.8</c:v>
                </c:pt>
                <c:pt idx="11">
                  <c:v>0.9</c:v>
                </c:pt>
                <c:pt idx="12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0.6</c:v>
                </c:pt>
                <c:pt idx="2">
                  <c:v>0.7</c:v>
                </c:pt>
                <c:pt idx="3">
                  <c:v>0.7</c:v>
                </c:pt>
                <c:pt idx="4">
                  <c:v>1.1</c:v>
                </c:pt>
                <c:pt idx="5">
                  <c:v>1.1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0.2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8.5</c:v>
                </c:pt>
                <c:pt idx="1">
                  <c:v>8.6</c:v>
                </c:pt>
                <c:pt idx="2">
                  <c:v>8.6</c:v>
                </c:pt>
                <c:pt idx="3">
                  <c:v>8.6</c:v>
                </c:pt>
                <c:pt idx="4">
                  <c:v>8.8</c:v>
                </c:pt>
                <c:pt idx="5">
                  <c:v>9.3</c:v>
                </c:pt>
                <c:pt idx="6">
                  <c:v>10.1</c:v>
                </c:pt>
                <c:pt idx="7">
                  <c:v>9.7</c:v>
                </c:pt>
                <c:pt idx="8">
                  <c:v>9.1</c:v>
                </c:pt>
                <c:pt idx="9">
                  <c:v>8.2</c:v>
                </c:pt>
                <c:pt idx="10">
                  <c:v>7.1</c:v>
                </c:pt>
                <c:pt idx="11">
                  <c:v>7.1</c:v>
                </c:pt>
                <c:pt idx="12">
                  <c:v>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18.2</c:v>
                </c:pt>
                <c:pt idx="1">
                  <c:v>49.0</c:v>
                </c:pt>
                <c:pt idx="2">
                  <c:v>45.1</c:v>
                </c:pt>
                <c:pt idx="3">
                  <c:v>34.8</c:v>
                </c:pt>
                <c:pt idx="4">
                  <c:v>38.3</c:v>
                </c:pt>
                <c:pt idx="5">
                  <c:v>37.0</c:v>
                </c:pt>
                <c:pt idx="6">
                  <c:v>40.1</c:v>
                </c:pt>
                <c:pt idx="7">
                  <c:v>41.7</c:v>
                </c:pt>
                <c:pt idx="8">
                  <c:v>40.9</c:v>
                </c:pt>
                <c:pt idx="9">
                  <c:v>40.5</c:v>
                </c:pt>
                <c:pt idx="10">
                  <c:v>40.3</c:v>
                </c:pt>
                <c:pt idx="11">
                  <c:v>40.9</c:v>
                </c:pt>
                <c:pt idx="12">
                  <c:v>41.1</c:v>
                </c:pt>
                <c:pt idx="13">
                  <c:v>40.8</c:v>
                </c:pt>
                <c:pt idx="14">
                  <c:v>41.1</c:v>
                </c:pt>
                <c:pt idx="15">
                  <c:v>41.3</c:v>
                </c:pt>
                <c:pt idx="16">
                  <c:v>41.2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66.0</c:v>
                </c:pt>
                <c:pt idx="1">
                  <c:v>34.1</c:v>
                </c:pt>
                <c:pt idx="2">
                  <c:v>39.5</c:v>
                </c:pt>
                <c:pt idx="3">
                  <c:v>47.3</c:v>
                </c:pt>
                <c:pt idx="4">
                  <c:v>46.7</c:v>
                </c:pt>
                <c:pt idx="5">
                  <c:v>50.3</c:v>
                </c:pt>
                <c:pt idx="6">
                  <c:v>46.8</c:v>
                </c:pt>
                <c:pt idx="7">
                  <c:v>44.6</c:v>
                </c:pt>
                <c:pt idx="8">
                  <c:v>44.3</c:v>
                </c:pt>
                <c:pt idx="9">
                  <c:v>44.4</c:v>
                </c:pt>
                <c:pt idx="10">
                  <c:v>44.3</c:v>
                </c:pt>
                <c:pt idx="11">
                  <c:v>43.9</c:v>
                </c:pt>
                <c:pt idx="12">
                  <c:v>44.0</c:v>
                </c:pt>
                <c:pt idx="13">
                  <c:v>44.6</c:v>
                </c:pt>
                <c:pt idx="14">
                  <c:v>44.4</c:v>
                </c:pt>
                <c:pt idx="15">
                  <c:v>44.4</c:v>
                </c:pt>
                <c:pt idx="16">
                  <c:v>44.3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15.7</c:v>
                </c:pt>
                <c:pt idx="1">
                  <c:v>8.0</c:v>
                </c:pt>
                <c:pt idx="2">
                  <c:v>3.6</c:v>
                </c:pt>
                <c:pt idx="3">
                  <c:v>2.6</c:v>
                </c:pt>
                <c:pt idx="4">
                  <c:v>2.5</c:v>
                </c:pt>
                <c:pt idx="5">
                  <c:v>2.6</c:v>
                </c:pt>
                <c:pt idx="6">
                  <c:v>2.8</c:v>
                </c:pt>
                <c:pt idx="7">
                  <c:v>2.8</c:v>
                </c:pt>
                <c:pt idx="8">
                  <c:v>3.1</c:v>
                </c:pt>
                <c:pt idx="9">
                  <c:v>3.1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3.3</c:v>
                </c:pt>
                <c:pt idx="14">
                  <c:v>3.3</c:v>
                </c:pt>
                <c:pt idx="15">
                  <c:v>3.2</c:v>
                </c:pt>
                <c:pt idx="16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3.7</c:v>
                </c:pt>
                <c:pt idx="3">
                  <c:v>2.3</c:v>
                </c:pt>
                <c:pt idx="4">
                  <c:v>1.8</c:v>
                </c:pt>
                <c:pt idx="5">
                  <c:v>1.3</c:v>
                </c:pt>
                <c:pt idx="6">
                  <c:v>1.3</c:v>
                </c:pt>
                <c:pt idx="7">
                  <c:v>2.1</c:v>
                </c:pt>
                <c:pt idx="8">
                  <c:v>2.1</c:v>
                </c:pt>
                <c:pt idx="9">
                  <c:v>1.9</c:v>
                </c:pt>
                <c:pt idx="10">
                  <c:v>1.9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1.7</c:v>
                </c:pt>
                <c:pt idx="15">
                  <c:v>1.7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5.9</c:v>
                </c:pt>
                <c:pt idx="2">
                  <c:v>1.7</c:v>
                </c:pt>
                <c:pt idx="3">
                  <c:v>1.2</c:v>
                </c:pt>
                <c:pt idx="4">
                  <c:v>1.0</c:v>
                </c:pt>
                <c:pt idx="5">
                  <c:v>0.7</c:v>
                </c:pt>
                <c:pt idx="6">
                  <c:v>0.5</c:v>
                </c:pt>
                <c:pt idx="7">
                  <c:v>0.6</c:v>
                </c:pt>
                <c:pt idx="8">
                  <c:v>0.8</c:v>
                </c:pt>
                <c:pt idx="9">
                  <c:v>0.7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  <c:pt idx="16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3.0</c:v>
                </c:pt>
                <c:pt idx="2">
                  <c:v>6.4</c:v>
                </c:pt>
                <c:pt idx="3">
                  <c:v>11.8</c:v>
                </c:pt>
                <c:pt idx="4">
                  <c:v>9.6</c:v>
                </c:pt>
                <c:pt idx="5">
                  <c:v>8.1</c:v>
                </c:pt>
                <c:pt idx="6">
                  <c:v>8.4</c:v>
                </c:pt>
                <c:pt idx="7">
                  <c:v>8.2</c:v>
                </c:pt>
                <c:pt idx="8">
                  <c:v>8.8</c:v>
                </c:pt>
                <c:pt idx="9">
                  <c:v>9.5</c:v>
                </c:pt>
                <c:pt idx="10">
                  <c:v>9.4</c:v>
                </c:pt>
                <c:pt idx="11">
                  <c:v>9.1</c:v>
                </c:pt>
                <c:pt idx="12">
                  <c:v>9.0</c:v>
                </c:pt>
                <c:pt idx="13">
                  <c:v>8.6</c:v>
                </c:pt>
                <c:pt idx="14">
                  <c:v>8.6</c:v>
                </c:pt>
                <c:pt idx="15">
                  <c:v>8.6</c:v>
                </c:pt>
                <c:pt idx="16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37.0</c:v>
                </c:pt>
                <c:pt idx="1">
                  <c:v>40.1</c:v>
                </c:pt>
                <c:pt idx="2">
                  <c:v>41.8</c:v>
                </c:pt>
                <c:pt idx="3">
                  <c:v>40.8</c:v>
                </c:pt>
                <c:pt idx="4">
                  <c:v>40.3</c:v>
                </c:pt>
                <c:pt idx="5">
                  <c:v>41.2</c:v>
                </c:pt>
                <c:pt idx="6">
                  <c:v>41.6</c:v>
                </c:pt>
                <c:pt idx="7">
                  <c:v>42.7</c:v>
                </c:pt>
                <c:pt idx="8">
                  <c:v>41.2</c:v>
                </c:pt>
                <c:pt idx="9">
                  <c:v>40.5</c:v>
                </c:pt>
                <c:pt idx="10">
                  <c:v>41.8</c:v>
                </c:pt>
                <c:pt idx="11">
                  <c:v>42.7</c:v>
                </c:pt>
                <c:pt idx="12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50.3</c:v>
                </c:pt>
                <c:pt idx="1">
                  <c:v>46.8</c:v>
                </c:pt>
                <c:pt idx="2">
                  <c:v>44.5</c:v>
                </c:pt>
                <c:pt idx="3">
                  <c:v>44.5</c:v>
                </c:pt>
                <c:pt idx="4">
                  <c:v>44.6</c:v>
                </c:pt>
                <c:pt idx="5">
                  <c:v>43.9</c:v>
                </c:pt>
                <c:pt idx="6">
                  <c:v>43.3</c:v>
                </c:pt>
                <c:pt idx="7">
                  <c:v>41.6</c:v>
                </c:pt>
                <c:pt idx="8">
                  <c:v>43.2</c:v>
                </c:pt>
                <c:pt idx="9">
                  <c:v>44.2</c:v>
                </c:pt>
                <c:pt idx="10">
                  <c:v>44.4</c:v>
                </c:pt>
                <c:pt idx="11">
                  <c:v>44.3</c:v>
                </c:pt>
                <c:pt idx="12">
                  <c:v>44.4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2.6</c:v>
                </c:pt>
                <c:pt idx="1">
                  <c:v>2.8</c:v>
                </c:pt>
                <c:pt idx="2">
                  <c:v>2.7</c:v>
                </c:pt>
                <c:pt idx="3">
                  <c:v>3.0</c:v>
                </c:pt>
                <c:pt idx="4">
                  <c:v>3.0</c:v>
                </c:pt>
                <c:pt idx="5">
                  <c:v>3.2</c:v>
                </c:pt>
                <c:pt idx="6">
                  <c:v>3.4</c:v>
                </c:pt>
                <c:pt idx="7">
                  <c:v>3.4</c:v>
                </c:pt>
                <c:pt idx="8">
                  <c:v>3.5</c:v>
                </c:pt>
                <c:pt idx="9">
                  <c:v>3.7</c:v>
                </c:pt>
                <c:pt idx="10">
                  <c:v>3.4</c:v>
                </c:pt>
                <c:pt idx="11">
                  <c:v>3.4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1.3</c:v>
                </c:pt>
                <c:pt idx="1">
                  <c:v>1.3</c:v>
                </c:pt>
                <c:pt idx="2">
                  <c:v>2.1</c:v>
                </c:pt>
                <c:pt idx="3">
                  <c:v>2.2</c:v>
                </c:pt>
                <c:pt idx="4">
                  <c:v>1.8</c:v>
                </c:pt>
                <c:pt idx="5">
                  <c:v>1.9</c:v>
                </c:pt>
                <c:pt idx="6">
                  <c:v>1.8</c:v>
                </c:pt>
                <c:pt idx="7">
                  <c:v>2.0</c:v>
                </c:pt>
                <c:pt idx="8">
                  <c:v>2.0</c:v>
                </c:pt>
                <c:pt idx="9">
                  <c:v>1.3</c:v>
                </c:pt>
                <c:pt idx="10">
                  <c:v>1.0</c:v>
                </c:pt>
                <c:pt idx="11">
                  <c:v>1.1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0.5</c:v>
                </c:pt>
                <c:pt idx="2">
                  <c:v>0.6</c:v>
                </c:pt>
                <c:pt idx="3">
                  <c:v>0.7</c:v>
                </c:pt>
                <c:pt idx="4">
                  <c:v>0.7</c:v>
                </c:pt>
                <c:pt idx="5">
                  <c:v>0.8</c:v>
                </c:pt>
                <c:pt idx="6">
                  <c:v>0.9</c:v>
                </c:pt>
                <c:pt idx="7">
                  <c:v>1.0</c:v>
                </c:pt>
                <c:pt idx="8">
                  <c:v>1.3</c:v>
                </c:pt>
                <c:pt idx="9">
                  <c:v>1.3</c:v>
                </c:pt>
                <c:pt idx="10">
                  <c:v>1.2</c:v>
                </c:pt>
                <c:pt idx="11">
                  <c:v>1.8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8.1</c:v>
                </c:pt>
                <c:pt idx="1">
                  <c:v>8.4</c:v>
                </c:pt>
                <c:pt idx="2">
                  <c:v>8.3</c:v>
                </c:pt>
                <c:pt idx="3">
                  <c:v>8.9</c:v>
                </c:pt>
                <c:pt idx="4">
                  <c:v>9.7</c:v>
                </c:pt>
                <c:pt idx="5">
                  <c:v>9.1</c:v>
                </c:pt>
                <c:pt idx="6">
                  <c:v>9.0</c:v>
                </c:pt>
                <c:pt idx="7">
                  <c:v>9.3</c:v>
                </c:pt>
                <c:pt idx="8">
                  <c:v>8.7</c:v>
                </c:pt>
                <c:pt idx="9">
                  <c:v>8.9</c:v>
                </c:pt>
                <c:pt idx="10">
                  <c:v>8.3</c:v>
                </c:pt>
                <c:pt idx="11">
                  <c:v>6.7</c:v>
                </c:pt>
                <c:pt idx="12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47.5</c:v>
                </c:pt>
                <c:pt idx="1">
                  <c:v>44.8</c:v>
                </c:pt>
                <c:pt idx="2">
                  <c:v>41.2</c:v>
                </c:pt>
                <c:pt idx="3">
                  <c:v>43.8</c:v>
                </c:pt>
                <c:pt idx="4">
                  <c:v>45.5</c:v>
                </c:pt>
                <c:pt idx="5">
                  <c:v>44.7</c:v>
                </c:pt>
                <c:pt idx="6">
                  <c:v>46.0</c:v>
                </c:pt>
                <c:pt idx="7">
                  <c:v>45.3</c:v>
                </c:pt>
                <c:pt idx="8">
                  <c:v>45.3</c:v>
                </c:pt>
                <c:pt idx="9">
                  <c:v>45.8</c:v>
                </c:pt>
                <c:pt idx="10">
                  <c:v>46.0</c:v>
                </c:pt>
                <c:pt idx="11">
                  <c:v>45.3</c:v>
                </c:pt>
                <c:pt idx="12">
                  <c:v>45.5</c:v>
                </c:pt>
                <c:pt idx="13">
                  <c:v>45.5</c:v>
                </c:pt>
                <c:pt idx="14">
                  <c:v>44.8</c:v>
                </c:pt>
                <c:pt idx="15">
                  <c:v>44.5</c:v>
                </c:pt>
                <c:pt idx="16">
                  <c:v>44.5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35.3</c:v>
                </c:pt>
                <c:pt idx="1">
                  <c:v>34.8</c:v>
                </c:pt>
                <c:pt idx="2">
                  <c:v>37.2</c:v>
                </c:pt>
                <c:pt idx="3">
                  <c:v>33.1</c:v>
                </c:pt>
                <c:pt idx="4">
                  <c:v>31.6</c:v>
                </c:pt>
                <c:pt idx="5">
                  <c:v>32.3</c:v>
                </c:pt>
                <c:pt idx="6">
                  <c:v>30.9</c:v>
                </c:pt>
                <c:pt idx="7">
                  <c:v>30.9</c:v>
                </c:pt>
                <c:pt idx="8">
                  <c:v>31.7</c:v>
                </c:pt>
                <c:pt idx="9">
                  <c:v>33.2</c:v>
                </c:pt>
                <c:pt idx="10">
                  <c:v>33.7</c:v>
                </c:pt>
                <c:pt idx="11">
                  <c:v>34.0</c:v>
                </c:pt>
                <c:pt idx="12">
                  <c:v>33.7</c:v>
                </c:pt>
                <c:pt idx="13">
                  <c:v>34.1</c:v>
                </c:pt>
                <c:pt idx="14">
                  <c:v>35.3</c:v>
                </c:pt>
                <c:pt idx="15">
                  <c:v>35.9</c:v>
                </c:pt>
                <c:pt idx="16">
                  <c:v>36.1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3.5</c:v>
                </c:pt>
                <c:pt idx="1">
                  <c:v>8.2</c:v>
                </c:pt>
                <c:pt idx="2">
                  <c:v>7.3</c:v>
                </c:pt>
                <c:pt idx="3">
                  <c:v>8.7</c:v>
                </c:pt>
                <c:pt idx="4">
                  <c:v>9.0</c:v>
                </c:pt>
                <c:pt idx="5">
                  <c:v>8.5</c:v>
                </c:pt>
                <c:pt idx="6">
                  <c:v>7.7</c:v>
                </c:pt>
                <c:pt idx="7">
                  <c:v>7.6</c:v>
                </c:pt>
                <c:pt idx="8">
                  <c:v>7.5</c:v>
                </c:pt>
                <c:pt idx="9">
                  <c:v>7.1</c:v>
                </c:pt>
                <c:pt idx="10">
                  <c:v>6.6</c:v>
                </c:pt>
                <c:pt idx="11">
                  <c:v>7.4</c:v>
                </c:pt>
                <c:pt idx="12">
                  <c:v>7.6</c:v>
                </c:pt>
                <c:pt idx="13">
                  <c:v>7.4</c:v>
                </c:pt>
                <c:pt idx="14">
                  <c:v>7.3</c:v>
                </c:pt>
                <c:pt idx="15">
                  <c:v>7.2</c:v>
                </c:pt>
                <c:pt idx="16">
                  <c:v>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7.9</c:v>
                </c:pt>
                <c:pt idx="1">
                  <c:v>0.9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1.3</c:v>
                </c:pt>
                <c:pt idx="6">
                  <c:v>1.7</c:v>
                </c:pt>
                <c:pt idx="7">
                  <c:v>1.4</c:v>
                </c:pt>
                <c:pt idx="8">
                  <c:v>1.6</c:v>
                </c:pt>
                <c:pt idx="9">
                  <c:v>1.3</c:v>
                </c:pt>
                <c:pt idx="10">
                  <c:v>1.5</c:v>
                </c:pt>
                <c:pt idx="11">
                  <c:v>1.3</c:v>
                </c:pt>
                <c:pt idx="12">
                  <c:v>1.5</c:v>
                </c:pt>
                <c:pt idx="13">
                  <c:v>1.5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1.9</c:v>
                </c:pt>
                <c:pt idx="2">
                  <c:v>0.9</c:v>
                </c:pt>
                <c:pt idx="3">
                  <c:v>1.2</c:v>
                </c:pt>
                <c:pt idx="4">
                  <c:v>1.5</c:v>
                </c:pt>
                <c:pt idx="5">
                  <c:v>1.6</c:v>
                </c:pt>
                <c:pt idx="6">
                  <c:v>2.3</c:v>
                </c:pt>
                <c:pt idx="7">
                  <c:v>2.7</c:v>
                </c:pt>
                <c:pt idx="8">
                  <c:v>2.4</c:v>
                </c:pt>
                <c:pt idx="9">
                  <c:v>2.3</c:v>
                </c:pt>
                <c:pt idx="10">
                  <c:v>2.0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1.6</c:v>
                </c:pt>
                <c:pt idx="15">
                  <c:v>1.5</c:v>
                </c:pt>
                <c:pt idx="16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5.8</c:v>
                </c:pt>
                <c:pt idx="1">
                  <c:v>9.4</c:v>
                </c:pt>
                <c:pt idx="2">
                  <c:v>12.2</c:v>
                </c:pt>
                <c:pt idx="3">
                  <c:v>12.0</c:v>
                </c:pt>
                <c:pt idx="4">
                  <c:v>11.3</c:v>
                </c:pt>
                <c:pt idx="5">
                  <c:v>11.6</c:v>
                </c:pt>
                <c:pt idx="6">
                  <c:v>11.4</c:v>
                </c:pt>
                <c:pt idx="7">
                  <c:v>12.1</c:v>
                </c:pt>
                <c:pt idx="8">
                  <c:v>11.5</c:v>
                </c:pt>
                <c:pt idx="9">
                  <c:v>10.3</c:v>
                </c:pt>
                <c:pt idx="10">
                  <c:v>10.2</c:v>
                </c:pt>
                <c:pt idx="11">
                  <c:v>10.1</c:v>
                </c:pt>
                <c:pt idx="12">
                  <c:v>10.0</c:v>
                </c:pt>
                <c:pt idx="13">
                  <c:v>9.9</c:v>
                </c:pt>
                <c:pt idx="14">
                  <c:v>9.5</c:v>
                </c:pt>
                <c:pt idx="15">
                  <c:v>9.4</c:v>
                </c:pt>
                <c:pt idx="16">
                  <c:v>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44.7</c:v>
                </c:pt>
                <c:pt idx="1">
                  <c:v>46.0</c:v>
                </c:pt>
                <c:pt idx="2">
                  <c:v>45.2</c:v>
                </c:pt>
                <c:pt idx="3">
                  <c:v>45.3</c:v>
                </c:pt>
                <c:pt idx="4">
                  <c:v>46.8</c:v>
                </c:pt>
                <c:pt idx="5">
                  <c:v>46.8</c:v>
                </c:pt>
                <c:pt idx="6">
                  <c:v>45.3</c:v>
                </c:pt>
                <c:pt idx="7">
                  <c:v>45.9</c:v>
                </c:pt>
                <c:pt idx="8">
                  <c:v>45.2</c:v>
                </c:pt>
                <c:pt idx="9">
                  <c:v>44.4</c:v>
                </c:pt>
                <c:pt idx="10">
                  <c:v>43.8</c:v>
                </c:pt>
                <c:pt idx="11">
                  <c:v>42.9</c:v>
                </c:pt>
                <c:pt idx="12">
                  <c:v>41.9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32.3</c:v>
                </c:pt>
                <c:pt idx="1">
                  <c:v>30.9</c:v>
                </c:pt>
                <c:pt idx="2">
                  <c:v>30.8</c:v>
                </c:pt>
                <c:pt idx="3">
                  <c:v>31.4</c:v>
                </c:pt>
                <c:pt idx="4">
                  <c:v>32.4</c:v>
                </c:pt>
                <c:pt idx="5">
                  <c:v>33.9</c:v>
                </c:pt>
                <c:pt idx="6">
                  <c:v>34.9</c:v>
                </c:pt>
                <c:pt idx="7">
                  <c:v>34.3</c:v>
                </c:pt>
                <c:pt idx="8">
                  <c:v>35.8</c:v>
                </c:pt>
                <c:pt idx="9">
                  <c:v>38.6</c:v>
                </c:pt>
                <c:pt idx="10">
                  <c:v>39.8</c:v>
                </c:pt>
                <c:pt idx="11">
                  <c:v>39.7</c:v>
                </c:pt>
                <c:pt idx="12">
                  <c:v>40.2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8.5</c:v>
                </c:pt>
                <c:pt idx="1">
                  <c:v>7.7</c:v>
                </c:pt>
                <c:pt idx="2">
                  <c:v>7.7</c:v>
                </c:pt>
                <c:pt idx="3">
                  <c:v>7.5</c:v>
                </c:pt>
                <c:pt idx="4">
                  <c:v>7.0</c:v>
                </c:pt>
                <c:pt idx="5">
                  <c:v>5.8</c:v>
                </c:pt>
                <c:pt idx="6">
                  <c:v>6.8</c:v>
                </c:pt>
                <c:pt idx="7">
                  <c:v>7.1</c:v>
                </c:pt>
                <c:pt idx="8">
                  <c:v>7.2</c:v>
                </c:pt>
                <c:pt idx="9">
                  <c:v>7.1</c:v>
                </c:pt>
                <c:pt idx="10">
                  <c:v>6.8</c:v>
                </c:pt>
                <c:pt idx="11">
                  <c:v>7.0</c:v>
                </c:pt>
                <c:pt idx="12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1.3</c:v>
                </c:pt>
                <c:pt idx="1">
                  <c:v>1.7</c:v>
                </c:pt>
                <c:pt idx="2">
                  <c:v>1.3</c:v>
                </c:pt>
                <c:pt idx="3">
                  <c:v>1.6</c:v>
                </c:pt>
                <c:pt idx="4">
                  <c:v>1.3</c:v>
                </c:pt>
                <c:pt idx="5">
                  <c:v>1.5</c:v>
                </c:pt>
                <c:pt idx="6">
                  <c:v>1.4</c:v>
                </c:pt>
                <c:pt idx="7">
                  <c:v>1.5</c:v>
                </c:pt>
                <c:pt idx="8">
                  <c:v>1.4</c:v>
                </c:pt>
                <c:pt idx="9">
                  <c:v>1.5</c:v>
                </c:pt>
                <c:pt idx="10">
                  <c:v>1.4</c:v>
                </c:pt>
                <c:pt idx="11">
                  <c:v>1.9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2.3</c:v>
                </c:pt>
                <c:pt idx="2">
                  <c:v>2.8</c:v>
                </c:pt>
                <c:pt idx="3">
                  <c:v>2.4</c:v>
                </c:pt>
                <c:pt idx="4">
                  <c:v>2.6</c:v>
                </c:pt>
                <c:pt idx="5">
                  <c:v>2.3</c:v>
                </c:pt>
                <c:pt idx="6">
                  <c:v>1.9</c:v>
                </c:pt>
                <c:pt idx="7">
                  <c:v>1.8</c:v>
                </c:pt>
                <c:pt idx="8">
                  <c:v>1.3</c:v>
                </c:pt>
                <c:pt idx="9">
                  <c:v>0.8</c:v>
                </c:pt>
                <c:pt idx="10">
                  <c:v>0.7</c:v>
                </c:pt>
                <c:pt idx="11">
                  <c:v>0.4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11.6</c:v>
                </c:pt>
                <c:pt idx="1">
                  <c:v>11.4</c:v>
                </c:pt>
                <c:pt idx="2">
                  <c:v>12.2</c:v>
                </c:pt>
                <c:pt idx="3">
                  <c:v>11.7</c:v>
                </c:pt>
                <c:pt idx="4">
                  <c:v>9.9</c:v>
                </c:pt>
                <c:pt idx="5">
                  <c:v>9.6</c:v>
                </c:pt>
                <c:pt idx="6">
                  <c:v>9.6</c:v>
                </c:pt>
                <c:pt idx="7">
                  <c:v>9.3</c:v>
                </c:pt>
                <c:pt idx="8">
                  <c:v>9.0</c:v>
                </c:pt>
                <c:pt idx="9">
                  <c:v>7.5</c:v>
                </c:pt>
                <c:pt idx="10">
                  <c:v>7.4</c:v>
                </c:pt>
                <c:pt idx="11">
                  <c:v>8.1</c:v>
                </c:pt>
                <c:pt idx="12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55.5</c:v>
                </c:pt>
                <c:pt idx="1">
                  <c:v>55.9</c:v>
                </c:pt>
                <c:pt idx="2">
                  <c:v>55.2</c:v>
                </c:pt>
                <c:pt idx="3">
                  <c:v>49.8</c:v>
                </c:pt>
                <c:pt idx="4">
                  <c:v>49.9</c:v>
                </c:pt>
                <c:pt idx="5">
                  <c:v>50.0</c:v>
                </c:pt>
                <c:pt idx="6">
                  <c:v>47.7</c:v>
                </c:pt>
                <c:pt idx="7">
                  <c:v>45.6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27.6</c:v>
                </c:pt>
                <c:pt idx="1">
                  <c:v>31.1</c:v>
                </c:pt>
                <c:pt idx="2">
                  <c:v>33.3</c:v>
                </c:pt>
                <c:pt idx="3">
                  <c:v>40.3</c:v>
                </c:pt>
                <c:pt idx="4">
                  <c:v>40.1</c:v>
                </c:pt>
                <c:pt idx="5">
                  <c:v>39.9</c:v>
                </c:pt>
                <c:pt idx="6">
                  <c:v>41.7</c:v>
                </c:pt>
                <c:pt idx="7">
                  <c:v>43.0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13.0</c:v>
                </c:pt>
                <c:pt idx="1">
                  <c:v>10.0</c:v>
                </c:pt>
                <c:pt idx="2">
                  <c:v>8.8</c:v>
                </c:pt>
                <c:pt idx="3">
                  <c:v>7.3</c:v>
                </c:pt>
                <c:pt idx="4">
                  <c:v>7.3</c:v>
                </c:pt>
                <c:pt idx="5">
                  <c:v>7.3</c:v>
                </c:pt>
                <c:pt idx="6">
                  <c:v>5.6</c:v>
                </c:pt>
                <c:pt idx="7">
                  <c:v>5.7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0.1</c:v>
                </c:pt>
                <c:pt idx="5">
                  <c:v>0.1</c:v>
                </c:pt>
                <c:pt idx="6">
                  <c:v>1.7</c:v>
                </c:pt>
                <c:pt idx="7">
                  <c:v>1.6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0.5</c:v>
                </c:pt>
                <c:pt idx="2">
                  <c:v>0.5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1.4</c:v>
                </c:pt>
                <c:pt idx="7">
                  <c:v>1.3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2.4</c:v>
                </c:pt>
                <c:pt idx="2">
                  <c:v>2.2</c:v>
                </c:pt>
                <c:pt idx="3">
                  <c:v>2.3</c:v>
                </c:pt>
                <c:pt idx="4">
                  <c:v>2.2</c:v>
                </c:pt>
                <c:pt idx="5">
                  <c:v>2.2</c:v>
                </c:pt>
                <c:pt idx="6">
                  <c:v>2.0</c:v>
                </c:pt>
                <c:pt idx="7">
                  <c:v>2.9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58.8</c:v>
                </c:pt>
                <c:pt idx="1">
                  <c:v>57.5</c:v>
                </c:pt>
                <c:pt idx="2">
                  <c:v>52.4</c:v>
                </c:pt>
                <c:pt idx="3">
                  <c:v>52.5</c:v>
                </c:pt>
                <c:pt idx="4">
                  <c:v>52.6</c:v>
                </c:pt>
                <c:pt idx="5">
                  <c:v>49.1</c:v>
                </c:pt>
                <c:pt idx="6">
                  <c:v>47.1</c:v>
                </c:pt>
                <c:pt idx="7">
                  <c:v>43.4</c:v>
                </c:pt>
                <c:pt idx="8">
                  <c:v>43.3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30.4</c:v>
                </c:pt>
                <c:pt idx="1">
                  <c:v>32.3</c:v>
                </c:pt>
                <c:pt idx="2">
                  <c:v>38.5</c:v>
                </c:pt>
                <c:pt idx="3">
                  <c:v>38.4</c:v>
                </c:pt>
                <c:pt idx="4">
                  <c:v>38.3</c:v>
                </c:pt>
                <c:pt idx="5">
                  <c:v>40.7</c:v>
                </c:pt>
                <c:pt idx="6">
                  <c:v>42.1</c:v>
                </c:pt>
                <c:pt idx="7">
                  <c:v>46.3</c:v>
                </c:pt>
                <c:pt idx="8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7.4</c:v>
                </c:pt>
                <c:pt idx="1">
                  <c:v>7.0</c:v>
                </c:pt>
                <c:pt idx="2">
                  <c:v>6.1</c:v>
                </c:pt>
                <c:pt idx="3">
                  <c:v>6.1</c:v>
                </c:pt>
                <c:pt idx="4">
                  <c:v>6.1</c:v>
                </c:pt>
                <c:pt idx="5">
                  <c:v>5.0</c:v>
                </c:pt>
                <c:pt idx="6">
                  <c:v>5.1</c:v>
                </c:pt>
                <c:pt idx="7">
                  <c:v>4.7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0.1</c:v>
                </c:pt>
                <c:pt idx="5">
                  <c:v>1.7</c:v>
                </c:pt>
                <c:pt idx="6">
                  <c:v>1.6</c:v>
                </c:pt>
                <c:pt idx="7">
                  <c:v>1.5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  <c:pt idx="5">
                  <c:v>2.1</c:v>
                </c:pt>
                <c:pt idx="6">
                  <c:v>2.8</c:v>
                </c:pt>
                <c:pt idx="7">
                  <c:v>3.0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31.1</c:v>
                </c:pt>
                <c:pt idx="1">
                  <c:v>31.6</c:v>
                </c:pt>
                <c:pt idx="2">
                  <c:v>32.7</c:v>
                </c:pt>
                <c:pt idx="3">
                  <c:v>32.5</c:v>
                </c:pt>
                <c:pt idx="4">
                  <c:v>30.5</c:v>
                </c:pt>
                <c:pt idx="5">
                  <c:v>32.9</c:v>
                </c:pt>
                <c:pt idx="6">
                  <c:v>32.8</c:v>
                </c:pt>
                <c:pt idx="7">
                  <c:v>33.4</c:v>
                </c:pt>
                <c:pt idx="8">
                  <c:v>36.6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44.3</c:v>
                </c:pt>
                <c:pt idx="1">
                  <c:v>44.8</c:v>
                </c:pt>
                <c:pt idx="2">
                  <c:v>44.3</c:v>
                </c:pt>
                <c:pt idx="3">
                  <c:v>46.9</c:v>
                </c:pt>
                <c:pt idx="4">
                  <c:v>45.5</c:v>
                </c:pt>
                <c:pt idx="5">
                  <c:v>47.1</c:v>
                </c:pt>
                <c:pt idx="6">
                  <c:v>50.2</c:v>
                </c:pt>
                <c:pt idx="7">
                  <c:v>48.4</c:v>
                </c:pt>
                <c:pt idx="8">
                  <c:v>49.8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1.8</c:v>
                </c:pt>
                <c:pt idx="1">
                  <c:v>3.1</c:v>
                </c:pt>
                <c:pt idx="2">
                  <c:v>3.0</c:v>
                </c:pt>
                <c:pt idx="3">
                  <c:v>2.7</c:v>
                </c:pt>
                <c:pt idx="4">
                  <c:v>5.6</c:v>
                </c:pt>
                <c:pt idx="5">
                  <c:v>4.5</c:v>
                </c:pt>
                <c:pt idx="6">
                  <c:v>4.4</c:v>
                </c:pt>
                <c:pt idx="7">
                  <c:v>5.1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0.3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0.1</c:v>
                </c:pt>
                <c:pt idx="6">
                  <c:v>0.1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22.8</c:v>
                </c:pt>
                <c:pt idx="1">
                  <c:v>20.2</c:v>
                </c:pt>
                <c:pt idx="2">
                  <c:v>19.7</c:v>
                </c:pt>
                <c:pt idx="3">
                  <c:v>17.7</c:v>
                </c:pt>
                <c:pt idx="4">
                  <c:v>18.2</c:v>
                </c:pt>
                <c:pt idx="5">
                  <c:v>15.4</c:v>
                </c:pt>
                <c:pt idx="6">
                  <c:v>12.4</c:v>
                </c:pt>
                <c:pt idx="7">
                  <c:v>12.8</c:v>
                </c:pt>
                <c:pt idx="8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43.7</c:v>
                </c:pt>
                <c:pt idx="1">
                  <c:v>44.0</c:v>
                </c:pt>
                <c:pt idx="2">
                  <c:v>43.2</c:v>
                </c:pt>
                <c:pt idx="3">
                  <c:v>40.6</c:v>
                </c:pt>
                <c:pt idx="4">
                  <c:v>40.6</c:v>
                </c:pt>
                <c:pt idx="5">
                  <c:v>39.5</c:v>
                </c:pt>
                <c:pt idx="6">
                  <c:v>39.0</c:v>
                </c:pt>
                <c:pt idx="7">
                  <c:v>39.8</c:v>
                </c:pt>
                <c:pt idx="8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38.1</c:v>
                </c:pt>
                <c:pt idx="2">
                  <c:v>39.9</c:v>
                </c:pt>
                <c:pt idx="3">
                  <c:v>40.4</c:v>
                </c:pt>
                <c:pt idx="4">
                  <c:v>42.1</c:v>
                </c:pt>
                <c:pt idx="5">
                  <c:v>45.1</c:v>
                </c:pt>
                <c:pt idx="6">
                  <c:v>44.5</c:v>
                </c:pt>
                <c:pt idx="7">
                  <c:v>45.0</c:v>
                </c:pt>
                <c:pt idx="8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4.1</c:v>
                </c:pt>
                <c:pt idx="1">
                  <c:v>4.0</c:v>
                </c:pt>
                <c:pt idx="2">
                  <c:v>3.8</c:v>
                </c:pt>
                <c:pt idx="3">
                  <c:v>5.1</c:v>
                </c:pt>
                <c:pt idx="4">
                  <c:v>4.5</c:v>
                </c:pt>
                <c:pt idx="5">
                  <c:v>4.3</c:v>
                </c:pt>
                <c:pt idx="6">
                  <c:v>4.7</c:v>
                </c:pt>
                <c:pt idx="7">
                  <c:v>4.5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1.3</c:v>
                </c:pt>
                <c:pt idx="1">
                  <c:v>1.3</c:v>
                </c:pt>
                <c:pt idx="2">
                  <c:v>1.2</c:v>
                </c:pt>
                <c:pt idx="3">
                  <c:v>1.0</c:v>
                </c:pt>
                <c:pt idx="4">
                  <c:v>0.9</c:v>
                </c:pt>
                <c:pt idx="5">
                  <c:v>0.8</c:v>
                </c:pt>
                <c:pt idx="6">
                  <c:v>0.8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12.5</c:v>
                </c:pt>
                <c:pt idx="1">
                  <c:v>12.4</c:v>
                </c:pt>
                <c:pt idx="2">
                  <c:v>11.7</c:v>
                </c:pt>
                <c:pt idx="3">
                  <c:v>12.7</c:v>
                </c:pt>
                <c:pt idx="4">
                  <c:v>11.7</c:v>
                </c:pt>
                <c:pt idx="5">
                  <c:v>10.2</c:v>
                </c:pt>
                <c:pt idx="6">
                  <c:v>10.8</c:v>
                </c:pt>
                <c:pt idx="7">
                  <c:v>9.8</c:v>
                </c:pt>
                <c:pt idx="8">
                  <c:v>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53.2</c:v>
                </c:pt>
                <c:pt idx="1">
                  <c:v>56.5</c:v>
                </c:pt>
                <c:pt idx="2">
                  <c:v>60.8</c:v>
                </c:pt>
                <c:pt idx="3">
                  <c:v>58.4</c:v>
                </c:pt>
                <c:pt idx="4">
                  <c:v>55.1</c:v>
                </c:pt>
                <c:pt idx="5">
                  <c:v>53.6</c:v>
                </c:pt>
                <c:pt idx="6">
                  <c:v>50.8</c:v>
                </c:pt>
                <c:pt idx="7">
                  <c:v>51.9</c:v>
                </c:pt>
                <c:pt idx="8">
                  <c:v>51.7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31.7</c:v>
                </c:pt>
                <c:pt idx="1">
                  <c:v>27.7</c:v>
                </c:pt>
                <c:pt idx="2">
                  <c:v>25.2</c:v>
                </c:pt>
                <c:pt idx="3">
                  <c:v>27.8</c:v>
                </c:pt>
                <c:pt idx="4">
                  <c:v>30.9</c:v>
                </c:pt>
                <c:pt idx="5">
                  <c:v>32.5</c:v>
                </c:pt>
                <c:pt idx="6">
                  <c:v>36.2</c:v>
                </c:pt>
                <c:pt idx="7">
                  <c:v>35.9</c:v>
                </c:pt>
                <c:pt idx="8">
                  <c:v>36.7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5.7</c:v>
                </c:pt>
                <c:pt idx="1">
                  <c:v>4.1</c:v>
                </c:pt>
                <c:pt idx="2">
                  <c:v>3.6</c:v>
                </c:pt>
                <c:pt idx="3">
                  <c:v>2.8</c:v>
                </c:pt>
                <c:pt idx="4">
                  <c:v>3.9</c:v>
                </c:pt>
                <c:pt idx="5">
                  <c:v>4.5</c:v>
                </c:pt>
                <c:pt idx="6">
                  <c:v>3.8</c:v>
                </c:pt>
                <c:pt idx="7">
                  <c:v>3.2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1.2</c:v>
                </c:pt>
                <c:pt idx="2">
                  <c:v>1.0</c:v>
                </c:pt>
                <c:pt idx="3">
                  <c:v>1.7</c:v>
                </c:pt>
                <c:pt idx="4">
                  <c:v>2.3</c:v>
                </c:pt>
                <c:pt idx="5">
                  <c:v>2.0</c:v>
                </c:pt>
                <c:pt idx="6">
                  <c:v>1.7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1.4</c:v>
                </c:pt>
                <c:pt idx="2">
                  <c:v>1.3</c:v>
                </c:pt>
                <c:pt idx="3">
                  <c:v>0.9</c:v>
                </c:pt>
                <c:pt idx="4">
                  <c:v>0.8</c:v>
                </c:pt>
                <c:pt idx="5">
                  <c:v>0.7</c:v>
                </c:pt>
                <c:pt idx="6">
                  <c:v>0.6</c:v>
                </c:pt>
                <c:pt idx="7">
                  <c:v>0.5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8.3</c:v>
                </c:pt>
                <c:pt idx="1">
                  <c:v>9.1</c:v>
                </c:pt>
                <c:pt idx="2">
                  <c:v>8.1</c:v>
                </c:pt>
                <c:pt idx="3">
                  <c:v>8.3</c:v>
                </c:pt>
                <c:pt idx="4">
                  <c:v>7.1</c:v>
                </c:pt>
                <c:pt idx="5">
                  <c:v>6.7</c:v>
                </c:pt>
                <c:pt idx="6">
                  <c:v>6.9</c:v>
                </c:pt>
                <c:pt idx="7">
                  <c:v>6.1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61.8</c:v>
                </c:pt>
                <c:pt idx="1">
                  <c:v>62.3</c:v>
                </c:pt>
                <c:pt idx="2">
                  <c:v>59.8</c:v>
                </c:pt>
                <c:pt idx="3">
                  <c:v>56.6</c:v>
                </c:pt>
                <c:pt idx="4">
                  <c:v>55.2</c:v>
                </c:pt>
                <c:pt idx="5">
                  <c:v>52.2</c:v>
                </c:pt>
                <c:pt idx="6">
                  <c:v>52.4</c:v>
                </c:pt>
                <c:pt idx="7">
                  <c:v>51.9</c:v>
                </c:pt>
                <c:pt idx="8">
                  <c:v>50.4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22.7</c:v>
                </c:pt>
                <c:pt idx="1">
                  <c:v>23.1</c:v>
                </c:pt>
                <c:pt idx="2">
                  <c:v>26.3</c:v>
                </c:pt>
                <c:pt idx="3">
                  <c:v>29.4</c:v>
                </c:pt>
                <c:pt idx="4">
                  <c:v>30.9</c:v>
                </c:pt>
                <c:pt idx="5">
                  <c:v>34.7</c:v>
                </c:pt>
                <c:pt idx="6">
                  <c:v>35.2</c:v>
                </c:pt>
                <c:pt idx="7">
                  <c:v>36.3</c:v>
                </c:pt>
                <c:pt idx="8">
                  <c:v>37.6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4.2</c:v>
                </c:pt>
                <c:pt idx="2">
                  <c:v>3.4</c:v>
                </c:pt>
                <c:pt idx="3">
                  <c:v>4.2</c:v>
                </c:pt>
                <c:pt idx="4">
                  <c:v>4.6</c:v>
                </c:pt>
                <c:pt idx="5">
                  <c:v>4.0</c:v>
                </c:pt>
                <c:pt idx="6">
                  <c:v>3.5</c:v>
                </c:pt>
                <c:pt idx="7">
                  <c:v>3.3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1.9</c:v>
                </c:pt>
                <c:pt idx="3">
                  <c:v>2.3</c:v>
                </c:pt>
                <c:pt idx="4">
                  <c:v>2.1</c:v>
                </c:pt>
                <c:pt idx="5">
                  <c:v>1.9</c:v>
                </c:pt>
                <c:pt idx="6">
                  <c:v>2.3</c:v>
                </c:pt>
                <c:pt idx="7">
                  <c:v>2.2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1.0</c:v>
                </c:pt>
                <c:pt idx="1">
                  <c:v>0.9</c:v>
                </c:pt>
                <c:pt idx="2">
                  <c:v>0.7</c:v>
                </c:pt>
                <c:pt idx="3">
                  <c:v>0.6</c:v>
                </c:pt>
                <c:pt idx="4">
                  <c:v>0.5</c:v>
                </c:pt>
                <c:pt idx="5">
                  <c:v>0.5</c:v>
                </c:pt>
                <c:pt idx="6">
                  <c:v>0.4</c:v>
                </c:pt>
                <c:pt idx="7">
                  <c:v>0.4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8.8</c:v>
                </c:pt>
                <c:pt idx="1">
                  <c:v>7.8</c:v>
                </c:pt>
                <c:pt idx="2">
                  <c:v>7.9</c:v>
                </c:pt>
                <c:pt idx="3">
                  <c:v>7.0</c:v>
                </c:pt>
                <c:pt idx="4">
                  <c:v>6.7</c:v>
                </c:pt>
                <c:pt idx="5">
                  <c:v>6.8</c:v>
                </c:pt>
                <c:pt idx="6">
                  <c:v>6.1</c:v>
                </c:pt>
                <c:pt idx="7">
                  <c:v>5.8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28.1</c:v>
                </c:pt>
                <c:pt idx="1">
                  <c:v>32.0</c:v>
                </c:pt>
                <c:pt idx="2">
                  <c:v>28.4</c:v>
                </c:pt>
                <c:pt idx="3">
                  <c:v>38.3</c:v>
                </c:pt>
                <c:pt idx="4">
                  <c:v>37.8</c:v>
                </c:pt>
                <c:pt idx="5">
                  <c:v>38.3</c:v>
                </c:pt>
                <c:pt idx="6">
                  <c:v>37.3</c:v>
                </c:pt>
                <c:pt idx="7">
                  <c:v>39.1</c:v>
                </c:pt>
                <c:pt idx="8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61.0</c:v>
                </c:pt>
                <c:pt idx="1">
                  <c:v>57.5</c:v>
                </c:pt>
                <c:pt idx="2">
                  <c:v>63.2</c:v>
                </c:pt>
                <c:pt idx="3">
                  <c:v>52.3</c:v>
                </c:pt>
                <c:pt idx="4">
                  <c:v>50.7</c:v>
                </c:pt>
                <c:pt idx="5">
                  <c:v>50.3</c:v>
                </c:pt>
                <c:pt idx="6">
                  <c:v>51.2</c:v>
                </c:pt>
                <c:pt idx="7">
                  <c:v>50.2</c:v>
                </c:pt>
                <c:pt idx="8">
                  <c:v>48.6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0.1</c:v>
                </c:pt>
                <c:pt idx="5">
                  <c:v>0.4</c:v>
                </c:pt>
                <c:pt idx="6">
                  <c:v>0.7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0.2</c:v>
                </c:pt>
                <c:pt idx="7">
                  <c:v>0.3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2.9</c:v>
                </c:pt>
                <c:pt idx="1">
                  <c:v>2.4</c:v>
                </c:pt>
                <c:pt idx="2">
                  <c:v>1.7</c:v>
                </c:pt>
                <c:pt idx="3">
                  <c:v>1.2</c:v>
                </c:pt>
                <c:pt idx="4">
                  <c:v>1.1</c:v>
                </c:pt>
                <c:pt idx="5">
                  <c:v>1.1</c:v>
                </c:pt>
                <c:pt idx="6">
                  <c:v>1.0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7.8</c:v>
                </c:pt>
                <c:pt idx="1">
                  <c:v>7.8</c:v>
                </c:pt>
                <c:pt idx="2">
                  <c:v>6.5</c:v>
                </c:pt>
                <c:pt idx="3">
                  <c:v>7.9</c:v>
                </c:pt>
                <c:pt idx="4">
                  <c:v>10.1</c:v>
                </c:pt>
                <c:pt idx="5">
                  <c:v>9.6</c:v>
                </c:pt>
                <c:pt idx="6">
                  <c:v>9.6</c:v>
                </c:pt>
                <c:pt idx="7">
                  <c:v>8.9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40.1</c:v>
                </c:pt>
                <c:pt idx="1">
                  <c:v>36.7</c:v>
                </c:pt>
                <c:pt idx="2">
                  <c:v>41.8</c:v>
                </c:pt>
                <c:pt idx="3">
                  <c:v>41.1</c:v>
                </c:pt>
                <c:pt idx="4">
                  <c:v>41.3</c:v>
                </c:pt>
                <c:pt idx="5">
                  <c:v>40.4</c:v>
                </c:pt>
                <c:pt idx="6">
                  <c:v>41.5</c:v>
                </c:pt>
                <c:pt idx="7">
                  <c:v>42.6</c:v>
                </c:pt>
                <c:pt idx="8">
                  <c:v>41.3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49.2</c:v>
                </c:pt>
                <c:pt idx="1">
                  <c:v>53.8</c:v>
                </c:pt>
                <c:pt idx="2">
                  <c:v>48.4</c:v>
                </c:pt>
                <c:pt idx="3">
                  <c:v>47.6</c:v>
                </c:pt>
                <c:pt idx="4">
                  <c:v>47.6</c:v>
                </c:pt>
                <c:pt idx="5">
                  <c:v>48.4</c:v>
                </c:pt>
                <c:pt idx="6">
                  <c:v>48.1</c:v>
                </c:pt>
                <c:pt idx="7">
                  <c:v>47.1</c:v>
                </c:pt>
                <c:pt idx="8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0.5</c:v>
                </c:pt>
                <c:pt idx="1">
                  <c:v>0.4</c:v>
                </c:pt>
                <c:pt idx="2">
                  <c:v>0.4</c:v>
                </c:pt>
                <c:pt idx="3">
                  <c:v>0.4</c:v>
                </c:pt>
                <c:pt idx="4">
                  <c:v>0.5</c:v>
                </c:pt>
                <c:pt idx="5">
                  <c:v>0.6</c:v>
                </c:pt>
                <c:pt idx="6">
                  <c:v>0.6</c:v>
                </c:pt>
                <c:pt idx="7">
                  <c:v>0.7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0.4</c:v>
                </c:pt>
                <c:pt idx="2">
                  <c:v>0.4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2.4</c:v>
                </c:pt>
                <c:pt idx="1">
                  <c:v>1.9</c:v>
                </c:pt>
                <c:pt idx="2">
                  <c:v>1.6</c:v>
                </c:pt>
                <c:pt idx="3">
                  <c:v>1.4</c:v>
                </c:pt>
                <c:pt idx="4">
                  <c:v>1.4</c:v>
                </c:pt>
                <c:pt idx="5">
                  <c:v>1.3</c:v>
                </c:pt>
                <c:pt idx="6">
                  <c:v>1.1</c:v>
                </c:pt>
                <c:pt idx="7">
                  <c:v>1.0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7.3</c:v>
                </c:pt>
                <c:pt idx="1">
                  <c:v>6.7</c:v>
                </c:pt>
                <c:pt idx="2">
                  <c:v>7.5</c:v>
                </c:pt>
                <c:pt idx="3">
                  <c:v>9.0</c:v>
                </c:pt>
                <c:pt idx="4">
                  <c:v>8.8</c:v>
                </c:pt>
                <c:pt idx="5">
                  <c:v>8.9</c:v>
                </c:pt>
                <c:pt idx="6">
                  <c:v>8.3</c:v>
                </c:pt>
                <c:pt idx="7">
                  <c:v>8.3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63.1</c:v>
                </c:pt>
                <c:pt idx="1">
                  <c:v>57.2</c:v>
                </c:pt>
                <c:pt idx="2">
                  <c:v>55.0</c:v>
                </c:pt>
                <c:pt idx="3">
                  <c:v>49.5</c:v>
                </c:pt>
                <c:pt idx="4">
                  <c:v>49.5</c:v>
                </c:pt>
                <c:pt idx="5">
                  <c:v>46.3</c:v>
                </c:pt>
                <c:pt idx="6">
                  <c:v>44.3</c:v>
                </c:pt>
                <c:pt idx="7">
                  <c:v>43.5</c:v>
                </c:pt>
                <c:pt idx="8">
                  <c:v>39.0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18.0</c:v>
                </c:pt>
                <c:pt idx="1">
                  <c:v>23.5</c:v>
                </c:pt>
                <c:pt idx="2">
                  <c:v>25.2</c:v>
                </c:pt>
                <c:pt idx="3">
                  <c:v>28.2</c:v>
                </c:pt>
                <c:pt idx="4">
                  <c:v>24.8</c:v>
                </c:pt>
                <c:pt idx="5">
                  <c:v>25.5</c:v>
                </c:pt>
                <c:pt idx="6">
                  <c:v>26.7</c:v>
                </c:pt>
                <c:pt idx="7">
                  <c:v>26.6</c:v>
                </c:pt>
                <c:pt idx="8">
                  <c:v>34.1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2.3</c:v>
                </c:pt>
                <c:pt idx="1">
                  <c:v>2.5</c:v>
                </c:pt>
                <c:pt idx="2">
                  <c:v>2.5</c:v>
                </c:pt>
                <c:pt idx="3">
                  <c:v>5.6</c:v>
                </c:pt>
                <c:pt idx="4">
                  <c:v>4.6</c:v>
                </c:pt>
                <c:pt idx="5">
                  <c:v>4.3</c:v>
                </c:pt>
                <c:pt idx="6">
                  <c:v>3.8</c:v>
                </c:pt>
                <c:pt idx="7">
                  <c:v>3.5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1.3</c:v>
                </c:pt>
                <c:pt idx="1">
                  <c:v>1.0</c:v>
                </c:pt>
                <c:pt idx="2">
                  <c:v>0.9</c:v>
                </c:pt>
                <c:pt idx="3">
                  <c:v>0.7</c:v>
                </c:pt>
                <c:pt idx="4">
                  <c:v>0.5</c:v>
                </c:pt>
                <c:pt idx="5">
                  <c:v>0.5</c:v>
                </c:pt>
                <c:pt idx="6">
                  <c:v>0.4</c:v>
                </c:pt>
                <c:pt idx="7">
                  <c:v>0.4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7.6</c:v>
                </c:pt>
                <c:pt idx="1">
                  <c:v>6.9</c:v>
                </c:pt>
                <c:pt idx="2">
                  <c:v>6.0</c:v>
                </c:pt>
                <c:pt idx="3">
                  <c:v>7.2</c:v>
                </c:pt>
                <c:pt idx="4">
                  <c:v>11.7</c:v>
                </c:pt>
                <c:pt idx="5">
                  <c:v>10.2</c:v>
                </c:pt>
                <c:pt idx="6">
                  <c:v>10.9</c:v>
                </c:pt>
                <c:pt idx="7">
                  <c:v>12.1</c:v>
                </c:pt>
                <c:pt idx="8">
                  <c:v>10.8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7.8</c:v>
                </c:pt>
                <c:pt idx="1">
                  <c:v>9.0</c:v>
                </c:pt>
                <c:pt idx="2">
                  <c:v>10.5</c:v>
                </c:pt>
                <c:pt idx="3">
                  <c:v>8.9</c:v>
                </c:pt>
                <c:pt idx="4">
                  <c:v>8.9</c:v>
                </c:pt>
                <c:pt idx="5">
                  <c:v>13.3</c:v>
                </c:pt>
                <c:pt idx="6">
                  <c:v>13.9</c:v>
                </c:pt>
                <c:pt idx="7">
                  <c:v>13.9</c:v>
                </c:pt>
                <c:pt idx="8">
                  <c:v>12.8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48.0</c:v>
                </c:pt>
                <c:pt idx="2">
                  <c:v>46.4</c:v>
                </c:pt>
                <c:pt idx="3">
                  <c:v>46.7</c:v>
                </c:pt>
                <c:pt idx="4">
                  <c:v>44.9</c:v>
                </c:pt>
                <c:pt idx="5">
                  <c:v>43.7</c:v>
                </c:pt>
                <c:pt idx="6">
                  <c:v>43.3</c:v>
                </c:pt>
                <c:pt idx="7">
                  <c:v>40.4</c:v>
                </c:pt>
                <c:pt idx="8">
                  <c:v>41.2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35.0</c:v>
                </c:pt>
                <c:pt idx="1">
                  <c:v>33.6</c:v>
                </c:pt>
                <c:pt idx="2">
                  <c:v>33.9</c:v>
                </c:pt>
                <c:pt idx="3">
                  <c:v>31.6</c:v>
                </c:pt>
                <c:pt idx="4">
                  <c:v>31.4</c:v>
                </c:pt>
                <c:pt idx="5">
                  <c:v>31.8</c:v>
                </c:pt>
                <c:pt idx="6">
                  <c:v>31.6</c:v>
                </c:pt>
                <c:pt idx="7">
                  <c:v>35.9</c:v>
                </c:pt>
                <c:pt idx="8">
                  <c:v>34.9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3.5</c:v>
                </c:pt>
                <c:pt idx="3">
                  <c:v>3.2</c:v>
                </c:pt>
                <c:pt idx="4">
                  <c:v>3.1</c:v>
                </c:pt>
                <c:pt idx="5">
                  <c:v>2.9</c:v>
                </c:pt>
                <c:pt idx="6">
                  <c:v>2.8</c:v>
                </c:pt>
                <c:pt idx="7">
                  <c:v>2.5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1.8</c:v>
                </c:pt>
                <c:pt idx="2">
                  <c:v>1.6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4.6</c:v>
                </c:pt>
                <c:pt idx="1">
                  <c:v>4.1</c:v>
                </c:pt>
                <c:pt idx="2">
                  <c:v>4.9</c:v>
                </c:pt>
                <c:pt idx="3">
                  <c:v>7.5</c:v>
                </c:pt>
                <c:pt idx="4">
                  <c:v>6.9</c:v>
                </c:pt>
                <c:pt idx="5">
                  <c:v>7.6</c:v>
                </c:pt>
                <c:pt idx="6">
                  <c:v>8.4</c:v>
                </c:pt>
                <c:pt idx="7">
                  <c:v>7.9</c:v>
                </c:pt>
                <c:pt idx="8">
                  <c:v>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8.9</c:v>
                </c:pt>
                <c:pt idx="1">
                  <c:v>10.5</c:v>
                </c:pt>
                <c:pt idx="2">
                  <c:v>9.7</c:v>
                </c:pt>
                <c:pt idx="3">
                  <c:v>9.6</c:v>
                </c:pt>
                <c:pt idx="4">
                  <c:v>12.4</c:v>
                </c:pt>
                <c:pt idx="5">
                  <c:v>12.8</c:v>
                </c:pt>
                <c:pt idx="6">
                  <c:v>12.8</c:v>
                </c:pt>
                <c:pt idx="7">
                  <c:v>12.2</c:v>
                </c:pt>
                <c:pt idx="8">
                  <c:v>12.9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37.2</c:v>
                </c:pt>
                <c:pt idx="1">
                  <c:v>13.7</c:v>
                </c:pt>
                <c:pt idx="2">
                  <c:v>6.7</c:v>
                </c:pt>
                <c:pt idx="3">
                  <c:v>11.3</c:v>
                </c:pt>
                <c:pt idx="4">
                  <c:v>12.0</c:v>
                </c:pt>
                <c:pt idx="5">
                  <c:v>11.0</c:v>
                </c:pt>
                <c:pt idx="6">
                  <c:v>14.9</c:v>
                </c:pt>
                <c:pt idx="7">
                  <c:v>14.1</c:v>
                </c:pt>
                <c:pt idx="8">
                  <c:v>13.6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61.2</c:v>
                </c:pt>
                <c:pt idx="1">
                  <c:v>76.6</c:v>
                </c:pt>
                <c:pt idx="2">
                  <c:v>49.9</c:v>
                </c:pt>
                <c:pt idx="3">
                  <c:v>50.4</c:v>
                </c:pt>
                <c:pt idx="4">
                  <c:v>56.5</c:v>
                </c:pt>
                <c:pt idx="5">
                  <c:v>61.5</c:v>
                </c:pt>
                <c:pt idx="6">
                  <c:v>58.9</c:v>
                </c:pt>
                <c:pt idx="7">
                  <c:v>60.6</c:v>
                </c:pt>
                <c:pt idx="8">
                  <c:v>60.2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0.4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26.0</c:v>
                </c:pt>
                <c:pt idx="3">
                  <c:v>22.9</c:v>
                </c:pt>
                <c:pt idx="4">
                  <c:v>12.6</c:v>
                </c:pt>
                <c:pt idx="5">
                  <c:v>10.7</c:v>
                </c:pt>
                <c:pt idx="6">
                  <c:v>10.2</c:v>
                </c:pt>
                <c:pt idx="7">
                  <c:v>9.6</c:v>
                </c:pt>
                <c:pt idx="8">
                  <c:v>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0.0</c:v>
                </c:pt>
                <c:pt idx="1">
                  <c:v>9.3</c:v>
                </c:pt>
                <c:pt idx="2">
                  <c:v>17.3</c:v>
                </c:pt>
                <c:pt idx="3">
                  <c:v>15.2</c:v>
                </c:pt>
                <c:pt idx="4">
                  <c:v>18.7</c:v>
                </c:pt>
                <c:pt idx="5">
                  <c:v>16.7</c:v>
                </c:pt>
                <c:pt idx="6">
                  <c:v>15.9</c:v>
                </c:pt>
                <c:pt idx="7">
                  <c:v>15.6</c:v>
                </c:pt>
                <c:pt idx="8">
                  <c:v>17.0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13.5</c:v>
                </c:pt>
                <c:pt idx="1">
                  <c:v>6.6</c:v>
                </c:pt>
                <c:pt idx="2">
                  <c:v>11.4</c:v>
                </c:pt>
                <c:pt idx="3">
                  <c:v>12.1</c:v>
                </c:pt>
                <c:pt idx="4">
                  <c:v>11.1</c:v>
                </c:pt>
                <c:pt idx="5">
                  <c:v>15.0</c:v>
                </c:pt>
                <c:pt idx="6">
                  <c:v>14.2</c:v>
                </c:pt>
                <c:pt idx="7">
                  <c:v>13.6</c:v>
                </c:pt>
                <c:pt idx="8">
                  <c:v>22.2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76.9</c:v>
                </c:pt>
                <c:pt idx="1">
                  <c:v>49.9</c:v>
                </c:pt>
                <c:pt idx="2">
                  <c:v>50.9</c:v>
                </c:pt>
                <c:pt idx="3">
                  <c:v>56.6</c:v>
                </c:pt>
                <c:pt idx="4">
                  <c:v>61.5</c:v>
                </c:pt>
                <c:pt idx="5">
                  <c:v>59.0</c:v>
                </c:pt>
                <c:pt idx="6">
                  <c:v>60.6</c:v>
                </c:pt>
                <c:pt idx="7">
                  <c:v>60.3</c:v>
                </c:pt>
                <c:pt idx="8">
                  <c:v>53.1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0.4</c:v>
                </c:pt>
                <c:pt idx="1">
                  <c:v>0.2</c:v>
                </c:pt>
                <c:pt idx="2">
                  <c:v>0.1</c:v>
                </c:pt>
                <c:pt idx="3">
                  <c:v>0.2</c:v>
                </c:pt>
                <c:pt idx="4">
                  <c:v>0.1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26.0</c:v>
                </c:pt>
                <c:pt idx="2">
                  <c:v>22.6</c:v>
                </c:pt>
                <c:pt idx="3">
                  <c:v>12.6</c:v>
                </c:pt>
                <c:pt idx="4">
                  <c:v>10.7</c:v>
                </c:pt>
                <c:pt idx="5">
                  <c:v>10.1</c:v>
                </c:pt>
                <c:pt idx="6">
                  <c:v>9.6</c:v>
                </c:pt>
                <c:pt idx="7">
                  <c:v>9.0</c:v>
                </c:pt>
                <c:pt idx="8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10/26/2025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9.2</c:v>
                </c:pt>
                <c:pt idx="1">
                  <c:v>17.3</c:v>
                </c:pt>
                <c:pt idx="2">
                  <c:v>15.0</c:v>
                </c:pt>
                <c:pt idx="3">
                  <c:v>18.5</c:v>
                </c:pt>
                <c:pt idx="4">
                  <c:v>16.6</c:v>
                </c:pt>
                <c:pt idx="5">
                  <c:v>15.8</c:v>
                </c:pt>
                <c:pt idx="6">
                  <c:v>15.5</c:v>
                </c:pt>
                <c:pt idx="7">
                  <c:v>16.9</c:v>
                </c:pt>
                <c:pt idx="8">
                  <c:v>14.4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45.2</c:v>
                </c:pt>
                <c:pt idx="1">
                  <c:v>44.6</c:v>
                </c:pt>
                <c:pt idx="2">
                  <c:v>44.6</c:v>
                </c:pt>
                <c:pt idx="3">
                  <c:v>44.6</c:v>
                </c:pt>
                <c:pt idx="4">
                  <c:v>41.3</c:v>
                </c:pt>
                <c:pt idx="5">
                  <c:v>40.3</c:v>
                </c:pt>
                <c:pt idx="6">
                  <c:v>41.0</c:v>
                </c:pt>
                <c:pt idx="7">
                  <c:v>41.8</c:v>
                </c:pt>
                <c:pt idx="8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31.3</c:v>
                </c:pt>
                <c:pt idx="1">
                  <c:v>36.5</c:v>
                </c:pt>
                <c:pt idx="2">
                  <c:v>36.5</c:v>
                </c:pt>
                <c:pt idx="3">
                  <c:v>39.4</c:v>
                </c:pt>
                <c:pt idx="4">
                  <c:v>37.4</c:v>
                </c:pt>
                <c:pt idx="5">
                  <c:v>39.6</c:v>
                </c:pt>
                <c:pt idx="6">
                  <c:v>40.5</c:v>
                </c:pt>
                <c:pt idx="7">
                  <c:v>41.0</c:v>
                </c:pt>
                <c:pt idx="8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11.0</c:v>
                </c:pt>
                <c:pt idx="1">
                  <c:v>8.8</c:v>
                </c:pt>
                <c:pt idx="2">
                  <c:v>8.8</c:v>
                </c:pt>
                <c:pt idx="3">
                  <c:v>7.6</c:v>
                </c:pt>
                <c:pt idx="4">
                  <c:v>7.7</c:v>
                </c:pt>
                <c:pt idx="5">
                  <c:v>7.5</c:v>
                </c:pt>
                <c:pt idx="6">
                  <c:v>6.9</c:v>
                </c:pt>
                <c:pt idx="7">
                  <c:v>6.1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0.8</c:v>
                </c:pt>
                <c:pt idx="2">
                  <c:v>0.8</c:v>
                </c:pt>
                <c:pt idx="3">
                  <c:v>0.6</c:v>
                </c:pt>
                <c:pt idx="4">
                  <c:v>0.8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2.4</c:v>
                </c:pt>
                <c:pt idx="1">
                  <c:v>1.9</c:v>
                </c:pt>
                <c:pt idx="2">
                  <c:v>1.9</c:v>
                </c:pt>
                <c:pt idx="3">
                  <c:v>1.4</c:v>
                </c:pt>
                <c:pt idx="4">
                  <c:v>1.5</c:v>
                </c:pt>
                <c:pt idx="5">
                  <c:v>1.4</c:v>
                </c:pt>
                <c:pt idx="6">
                  <c:v>1.0</c:v>
                </c:pt>
                <c:pt idx="7">
                  <c:v>0.9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9.2</c:v>
                </c:pt>
                <c:pt idx="1">
                  <c:v>7.4</c:v>
                </c:pt>
                <c:pt idx="2">
                  <c:v>7.4</c:v>
                </c:pt>
                <c:pt idx="3">
                  <c:v>6.5</c:v>
                </c:pt>
                <c:pt idx="4">
                  <c:v>11.3</c:v>
                </c:pt>
                <c:pt idx="5">
                  <c:v>10.5</c:v>
                </c:pt>
                <c:pt idx="6">
                  <c:v>9.8</c:v>
                </c:pt>
                <c:pt idx="7">
                  <c:v>9.4</c:v>
                </c:pt>
                <c:pt idx="8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41.6</c:v>
                </c:pt>
                <c:pt idx="1">
                  <c:v>41.6</c:v>
                </c:pt>
                <c:pt idx="2">
                  <c:v>42.3</c:v>
                </c:pt>
                <c:pt idx="3">
                  <c:v>40.1</c:v>
                </c:pt>
                <c:pt idx="4">
                  <c:v>39.3</c:v>
                </c:pt>
                <c:pt idx="5">
                  <c:v>39.6</c:v>
                </c:pt>
                <c:pt idx="6">
                  <c:v>40.5</c:v>
                </c:pt>
                <c:pt idx="7">
                  <c:v>41.7</c:v>
                </c:pt>
                <c:pt idx="8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34.3</c:v>
                </c:pt>
                <c:pt idx="1">
                  <c:v>34.3</c:v>
                </c:pt>
                <c:pt idx="2">
                  <c:v>37.1</c:v>
                </c:pt>
                <c:pt idx="3">
                  <c:v>36.0</c:v>
                </c:pt>
                <c:pt idx="4">
                  <c:v>37.9</c:v>
                </c:pt>
                <c:pt idx="5">
                  <c:v>38.8</c:v>
                </c:pt>
                <c:pt idx="6">
                  <c:v>39.3</c:v>
                </c:pt>
                <c:pt idx="7">
                  <c:v>39.0</c:v>
                </c:pt>
                <c:pt idx="8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10.1</c:v>
                </c:pt>
                <c:pt idx="1">
                  <c:v>10.0</c:v>
                </c:pt>
                <c:pt idx="2">
                  <c:v>8.7</c:v>
                </c:pt>
                <c:pt idx="3">
                  <c:v>8.5</c:v>
                </c:pt>
                <c:pt idx="4">
                  <c:v>8.2</c:v>
                </c:pt>
                <c:pt idx="5">
                  <c:v>7.8</c:v>
                </c:pt>
                <c:pt idx="6">
                  <c:v>7.1</c:v>
                </c:pt>
                <c:pt idx="7">
                  <c:v>6.6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1.5</c:v>
                </c:pt>
                <c:pt idx="1">
                  <c:v>1.5</c:v>
                </c:pt>
                <c:pt idx="2">
                  <c:v>1.2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0.9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1.2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1.0</c:v>
                </c:pt>
                <c:pt idx="7">
                  <c:v>1.0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10.9</c:v>
                </c:pt>
                <c:pt idx="1">
                  <c:v>11.0</c:v>
                </c:pt>
                <c:pt idx="2">
                  <c:v>9.5</c:v>
                </c:pt>
                <c:pt idx="3">
                  <c:v>12.8</c:v>
                </c:pt>
                <c:pt idx="4">
                  <c:v>12.1</c:v>
                </c:pt>
                <c:pt idx="5">
                  <c:v>11.5</c:v>
                </c:pt>
                <c:pt idx="6">
                  <c:v>11.0</c:v>
                </c:pt>
                <c:pt idx="7">
                  <c:v>10.9</c:v>
                </c:pt>
                <c:pt idx="8">
                  <c:v>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47.0</c:v>
                </c:pt>
                <c:pt idx="1">
                  <c:v>47.0</c:v>
                </c:pt>
                <c:pt idx="2">
                  <c:v>46.8</c:v>
                </c:pt>
                <c:pt idx="3">
                  <c:v>47.0</c:v>
                </c:pt>
                <c:pt idx="4">
                  <c:v>49.8</c:v>
                </c:pt>
                <c:pt idx="5">
                  <c:v>50.0</c:v>
                </c:pt>
                <c:pt idx="6">
                  <c:v>51.4</c:v>
                </c:pt>
                <c:pt idx="7">
                  <c:v>52.8</c:v>
                </c:pt>
                <c:pt idx="8">
                  <c:v>50.8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41.8</c:v>
                </c:pt>
                <c:pt idx="1">
                  <c:v>40.7</c:v>
                </c:pt>
                <c:pt idx="2">
                  <c:v>40.7</c:v>
                </c:pt>
                <c:pt idx="3">
                  <c:v>40.6</c:v>
                </c:pt>
                <c:pt idx="4">
                  <c:v>37.3</c:v>
                </c:pt>
                <c:pt idx="5">
                  <c:v>36.5</c:v>
                </c:pt>
                <c:pt idx="6">
                  <c:v>35.0</c:v>
                </c:pt>
                <c:pt idx="7">
                  <c:v>33.4</c:v>
                </c:pt>
                <c:pt idx="8">
                  <c:v>32.9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5.1</c:v>
                </c:pt>
                <c:pt idx="2">
                  <c:v>5.1</c:v>
                </c:pt>
                <c:pt idx="3">
                  <c:v>4.6</c:v>
                </c:pt>
                <c:pt idx="4">
                  <c:v>5.2</c:v>
                </c:pt>
                <c:pt idx="5">
                  <c:v>5.1</c:v>
                </c:pt>
                <c:pt idx="6">
                  <c:v>5.1</c:v>
                </c:pt>
                <c:pt idx="7">
                  <c:v>5.2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0.9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0.1</c:v>
                </c:pt>
                <c:pt idx="5">
                  <c:v>0.1</c:v>
                </c:pt>
                <c:pt idx="6">
                  <c:v>0.3</c:v>
                </c:pt>
                <c:pt idx="7">
                  <c:v>0.5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5.3</c:v>
                </c:pt>
                <c:pt idx="1">
                  <c:v>6.2</c:v>
                </c:pt>
                <c:pt idx="2">
                  <c:v>6.4</c:v>
                </c:pt>
                <c:pt idx="3">
                  <c:v>7.0</c:v>
                </c:pt>
                <c:pt idx="4">
                  <c:v>6.9</c:v>
                </c:pt>
                <c:pt idx="5">
                  <c:v>7.6</c:v>
                </c:pt>
                <c:pt idx="6">
                  <c:v>7.3</c:v>
                </c:pt>
                <c:pt idx="7">
                  <c:v>7.4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49.0</c:v>
                </c:pt>
                <c:pt idx="1">
                  <c:v>48.9</c:v>
                </c:pt>
                <c:pt idx="2">
                  <c:v>48.7</c:v>
                </c:pt>
                <c:pt idx="3">
                  <c:v>50.6</c:v>
                </c:pt>
                <c:pt idx="4">
                  <c:v>50.7</c:v>
                </c:pt>
                <c:pt idx="5">
                  <c:v>51.8</c:v>
                </c:pt>
                <c:pt idx="6">
                  <c:v>52.9</c:v>
                </c:pt>
                <c:pt idx="7">
                  <c:v>51.6</c:v>
                </c:pt>
                <c:pt idx="8">
                  <c:v>50.0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38.2</c:v>
                </c:pt>
                <c:pt idx="2">
                  <c:v>38.5</c:v>
                </c:pt>
                <c:pt idx="3">
                  <c:v>36.1</c:v>
                </c:pt>
                <c:pt idx="4">
                  <c:v>35.5</c:v>
                </c:pt>
                <c:pt idx="5">
                  <c:v>34.3</c:v>
                </c:pt>
                <c:pt idx="6">
                  <c:v>33.0</c:v>
                </c:pt>
                <c:pt idx="7">
                  <c:v>32.5</c:v>
                </c:pt>
                <c:pt idx="8">
                  <c:v>30.7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5.6</c:v>
                </c:pt>
                <c:pt idx="1">
                  <c:v>5.5</c:v>
                </c:pt>
                <c:pt idx="2">
                  <c:v>5.1</c:v>
                </c:pt>
                <c:pt idx="3">
                  <c:v>5.6</c:v>
                </c:pt>
                <c:pt idx="4">
                  <c:v>5.5</c:v>
                </c:pt>
                <c:pt idx="5">
                  <c:v>5.5</c:v>
                </c:pt>
                <c:pt idx="6">
                  <c:v>5.5</c:v>
                </c:pt>
                <c:pt idx="7">
                  <c:v>5.8</c:v>
                </c:pt>
                <c:pt idx="8">
                  <c:v>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0.8</c:v>
                </c:pt>
                <c:pt idx="4">
                  <c:v>0.8</c:v>
                </c:pt>
                <c:pt idx="5">
                  <c:v>0.9</c:v>
                </c:pt>
                <c:pt idx="6">
                  <c:v>0.9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0.1</c:v>
                </c:pt>
                <c:pt idx="5">
                  <c:v>0.3</c:v>
                </c:pt>
                <c:pt idx="6">
                  <c:v>0.4</c:v>
                </c:pt>
                <c:pt idx="7">
                  <c:v>0.9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10/20/2025</c:v>
                </c:pt>
                <c:pt idx="1">
                  <c:v>10/21/2025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6.3</c:v>
                </c:pt>
                <c:pt idx="2">
                  <c:v>6.8</c:v>
                </c:pt>
                <c:pt idx="3">
                  <c:v>6.8</c:v>
                </c:pt>
                <c:pt idx="4">
                  <c:v>7.4</c:v>
                </c:pt>
                <c:pt idx="5">
                  <c:v>7.2</c:v>
                </c:pt>
                <c:pt idx="6">
                  <c:v>7.2</c:v>
                </c:pt>
                <c:pt idx="7">
                  <c:v>8.4</c:v>
                </c:pt>
                <c:pt idx="8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13.3</c:v>
                </c:pt>
                <c:pt idx="1">
                  <c:v>19.5</c:v>
                </c:pt>
                <c:pt idx="2">
                  <c:v>17.9</c:v>
                </c:pt>
                <c:pt idx="3">
                  <c:v>28.7</c:v>
                </c:pt>
                <c:pt idx="4">
                  <c:v>29.3</c:v>
                </c:pt>
                <c:pt idx="5">
                  <c:v>28.6</c:v>
                </c:pt>
                <c:pt idx="6">
                  <c:v>29.2</c:v>
                </c:pt>
                <c:pt idx="7">
                  <c:v>34.7</c:v>
                </c:pt>
                <c:pt idx="8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72.4</c:v>
                </c:pt>
                <c:pt idx="1">
                  <c:v>69.0</c:v>
                </c:pt>
                <c:pt idx="2">
                  <c:v>69.6</c:v>
                </c:pt>
                <c:pt idx="3">
                  <c:v>60.9</c:v>
                </c:pt>
                <c:pt idx="4">
                  <c:v>57.7</c:v>
                </c:pt>
                <c:pt idx="5">
                  <c:v>58.6</c:v>
                </c:pt>
                <c:pt idx="6">
                  <c:v>58.3</c:v>
                </c:pt>
                <c:pt idx="7">
                  <c:v>50.8</c:v>
                </c:pt>
                <c:pt idx="8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4.1</c:v>
                </c:pt>
                <c:pt idx="2">
                  <c:v>3.1</c:v>
                </c:pt>
                <c:pt idx="3">
                  <c:v>2.7</c:v>
                </c:pt>
                <c:pt idx="4">
                  <c:v>2.8</c:v>
                </c:pt>
                <c:pt idx="5">
                  <c:v>3.0</c:v>
                </c:pt>
                <c:pt idx="6">
                  <c:v>2.9</c:v>
                </c:pt>
                <c:pt idx="7">
                  <c:v>4.3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0.3</c:v>
                </c:pt>
                <c:pt idx="2">
                  <c:v>0.3</c:v>
                </c:pt>
                <c:pt idx="3">
                  <c:v>0.2</c:v>
                </c:pt>
                <c:pt idx="4">
                  <c:v>0.1</c:v>
                </c:pt>
                <c:pt idx="5">
                  <c:v>0.1</c:v>
                </c:pt>
                <c:pt idx="6">
                  <c:v>0.1</c:v>
                </c:pt>
                <c:pt idx="7">
                  <c:v>2.6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0.5</c:v>
                </c:pt>
                <c:pt idx="3">
                  <c:v>1.0</c:v>
                </c:pt>
                <c:pt idx="4">
                  <c:v>1.9</c:v>
                </c:pt>
                <c:pt idx="5">
                  <c:v>1.9</c:v>
                </c:pt>
                <c:pt idx="6">
                  <c:v>1.8</c:v>
                </c:pt>
                <c:pt idx="7">
                  <c:v>1.4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9.1</c:v>
                </c:pt>
                <c:pt idx="1">
                  <c:v>7.1</c:v>
                </c:pt>
                <c:pt idx="2">
                  <c:v>8.7</c:v>
                </c:pt>
                <c:pt idx="3">
                  <c:v>6.5</c:v>
                </c:pt>
                <c:pt idx="4">
                  <c:v>8.1</c:v>
                </c:pt>
                <c:pt idx="5">
                  <c:v>7.9</c:v>
                </c:pt>
                <c:pt idx="6">
                  <c:v>7.7</c:v>
                </c:pt>
                <c:pt idx="7">
                  <c:v>6.2</c:v>
                </c:pt>
                <c:pt idx="8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22.6</c:v>
                </c:pt>
                <c:pt idx="1">
                  <c:v>21.4</c:v>
                </c:pt>
                <c:pt idx="2">
                  <c:v>28.6</c:v>
                </c:pt>
                <c:pt idx="3">
                  <c:v>29.4</c:v>
                </c:pt>
                <c:pt idx="4">
                  <c:v>28.9</c:v>
                </c:pt>
                <c:pt idx="5">
                  <c:v>29.4</c:v>
                </c:pt>
                <c:pt idx="6">
                  <c:v>34.0</c:v>
                </c:pt>
                <c:pt idx="7">
                  <c:v>37.1</c:v>
                </c:pt>
                <c:pt idx="8">
                  <c:v>38.5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68.0</c:v>
                </c:pt>
                <c:pt idx="1">
                  <c:v>68.2</c:v>
                </c:pt>
                <c:pt idx="2">
                  <c:v>61.9</c:v>
                </c:pt>
                <c:pt idx="3">
                  <c:v>59.1</c:v>
                </c:pt>
                <c:pt idx="4">
                  <c:v>59.6</c:v>
                </c:pt>
                <c:pt idx="5">
                  <c:v>59.3</c:v>
                </c:pt>
                <c:pt idx="6">
                  <c:v>52.3</c:v>
                </c:pt>
                <c:pt idx="7">
                  <c:v>48.8</c:v>
                </c:pt>
                <c:pt idx="8">
                  <c:v>48.5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2.7</c:v>
                </c:pt>
                <c:pt idx="1">
                  <c:v>2.3</c:v>
                </c:pt>
                <c:pt idx="2">
                  <c:v>2.3</c:v>
                </c:pt>
                <c:pt idx="3">
                  <c:v>2.5</c:v>
                </c:pt>
                <c:pt idx="4">
                  <c:v>2.6</c:v>
                </c:pt>
                <c:pt idx="5">
                  <c:v>2.6</c:v>
                </c:pt>
                <c:pt idx="6">
                  <c:v>4.1</c:v>
                </c:pt>
                <c:pt idx="7">
                  <c:v>3.7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0.1</c:v>
                </c:pt>
                <c:pt idx="3">
                  <c:v>0.1</c:v>
                </c:pt>
                <c:pt idx="4">
                  <c:v>0.1</c:v>
                </c:pt>
                <c:pt idx="5">
                  <c:v>0.1</c:v>
                </c:pt>
                <c:pt idx="6">
                  <c:v>2.5</c:v>
                </c:pt>
                <c:pt idx="7">
                  <c:v>3.1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0.5</c:v>
                </c:pt>
                <c:pt idx="2">
                  <c:v>0.9</c:v>
                </c:pt>
                <c:pt idx="3">
                  <c:v>1.7</c:v>
                </c:pt>
                <c:pt idx="4">
                  <c:v>1.7</c:v>
                </c:pt>
                <c:pt idx="5">
                  <c:v>1.6</c:v>
                </c:pt>
                <c:pt idx="6">
                  <c:v>1.3</c:v>
                </c:pt>
                <c:pt idx="7">
                  <c:v>1.0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7.4</c:v>
                </c:pt>
                <c:pt idx="2">
                  <c:v>6.2</c:v>
                </c:pt>
                <c:pt idx="3">
                  <c:v>7.3</c:v>
                </c:pt>
                <c:pt idx="4">
                  <c:v>7.1</c:v>
                </c:pt>
                <c:pt idx="5">
                  <c:v>7.0</c:v>
                </c:pt>
                <c:pt idx="6">
                  <c:v>5.9</c:v>
                </c:pt>
                <c:pt idx="7">
                  <c:v>6.2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51.3</c:v>
                </c:pt>
                <c:pt idx="1">
                  <c:v>51.4</c:v>
                </c:pt>
                <c:pt idx="2">
                  <c:v>51.4</c:v>
                </c:pt>
                <c:pt idx="3">
                  <c:v>51.4</c:v>
                </c:pt>
                <c:pt idx="4">
                  <c:v>51.0</c:v>
                </c:pt>
                <c:pt idx="5">
                  <c:v>48.9</c:v>
                </c:pt>
                <c:pt idx="6">
                  <c:v>48.6</c:v>
                </c:pt>
                <c:pt idx="7">
                  <c:v>43.2</c:v>
                </c:pt>
                <c:pt idx="8">
                  <c:v>43.4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29.1</c:v>
                </c:pt>
                <c:pt idx="1">
                  <c:v>29.1</c:v>
                </c:pt>
                <c:pt idx="2">
                  <c:v>29.1</c:v>
                </c:pt>
                <c:pt idx="3">
                  <c:v>28.3</c:v>
                </c:pt>
                <c:pt idx="4">
                  <c:v>27.6</c:v>
                </c:pt>
                <c:pt idx="5">
                  <c:v>28.3</c:v>
                </c:pt>
                <c:pt idx="6">
                  <c:v>30.4</c:v>
                </c:pt>
                <c:pt idx="7">
                  <c:v>34.1</c:v>
                </c:pt>
                <c:pt idx="8">
                  <c:v>36.4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3.2</c:v>
                </c:pt>
                <c:pt idx="2">
                  <c:v>3.2</c:v>
                </c:pt>
                <c:pt idx="3">
                  <c:v>2.9</c:v>
                </c:pt>
                <c:pt idx="4">
                  <c:v>2.7</c:v>
                </c:pt>
                <c:pt idx="5">
                  <c:v>2.5</c:v>
                </c:pt>
                <c:pt idx="6">
                  <c:v>3.3</c:v>
                </c:pt>
                <c:pt idx="7">
                  <c:v>4.2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16.4</c:v>
                </c:pt>
                <c:pt idx="1">
                  <c:v>16.3</c:v>
                </c:pt>
                <c:pt idx="2">
                  <c:v>16.3</c:v>
                </c:pt>
                <c:pt idx="3">
                  <c:v>17.5</c:v>
                </c:pt>
                <c:pt idx="4">
                  <c:v>18.7</c:v>
                </c:pt>
                <c:pt idx="5">
                  <c:v>20.3</c:v>
                </c:pt>
                <c:pt idx="6">
                  <c:v>17.7</c:v>
                </c:pt>
                <c:pt idx="7">
                  <c:v>18.2</c:v>
                </c:pt>
                <c:pt idx="8">
                  <c:v>16.3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45.8</c:v>
                </c:pt>
                <c:pt idx="1">
                  <c:v>46.8</c:v>
                </c:pt>
                <c:pt idx="2">
                  <c:v>48.7</c:v>
                </c:pt>
                <c:pt idx="3">
                  <c:v>48.6</c:v>
                </c:pt>
                <c:pt idx="4">
                  <c:v>47.3</c:v>
                </c:pt>
                <c:pt idx="5">
                  <c:v>46.9</c:v>
                </c:pt>
                <c:pt idx="6">
                  <c:v>43.2</c:v>
                </c:pt>
                <c:pt idx="7">
                  <c:v>43.2</c:v>
                </c:pt>
                <c:pt idx="8">
                  <c:v>47.2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34.9</c:v>
                </c:pt>
                <c:pt idx="1">
                  <c:v>33.2</c:v>
                </c:pt>
                <c:pt idx="2">
                  <c:v>32.8</c:v>
                </c:pt>
                <c:pt idx="3">
                  <c:v>32.0</c:v>
                </c:pt>
                <c:pt idx="4">
                  <c:v>32.1</c:v>
                </c:pt>
                <c:pt idx="5">
                  <c:v>33.4</c:v>
                </c:pt>
                <c:pt idx="6">
                  <c:v>35.3</c:v>
                </c:pt>
                <c:pt idx="7">
                  <c:v>37.1</c:v>
                </c:pt>
                <c:pt idx="8">
                  <c:v>34.9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2.0</c:v>
                </c:pt>
                <c:pt idx="3">
                  <c:v>1.9</c:v>
                </c:pt>
                <c:pt idx="4">
                  <c:v>1.8</c:v>
                </c:pt>
                <c:pt idx="5">
                  <c:v>2.6</c:v>
                </c:pt>
                <c:pt idx="6">
                  <c:v>3.5</c:v>
                </c:pt>
                <c:pt idx="7">
                  <c:v>3.1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0.1</c:v>
                </c:pt>
                <c:pt idx="5">
                  <c:v>0.1</c:v>
                </c:pt>
                <c:pt idx="6">
                  <c:v>0.3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17.0</c:v>
                </c:pt>
                <c:pt idx="1">
                  <c:v>17.8</c:v>
                </c:pt>
                <c:pt idx="2">
                  <c:v>16.4</c:v>
                </c:pt>
                <c:pt idx="3">
                  <c:v>17.4</c:v>
                </c:pt>
                <c:pt idx="4">
                  <c:v>18.7</c:v>
                </c:pt>
                <c:pt idx="5">
                  <c:v>17.1</c:v>
                </c:pt>
                <c:pt idx="6">
                  <c:v>17.8</c:v>
                </c:pt>
                <c:pt idx="7">
                  <c:v>16.3</c:v>
                </c:pt>
                <c:pt idx="8">
                  <c:v>14.9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0.0</c:v>
                </c:pt>
                <c:pt idx="1">
                  <c:v>35.2</c:v>
                </c:pt>
                <c:pt idx="2">
                  <c:v>64.4</c:v>
                </c:pt>
                <c:pt idx="3">
                  <c:v>64.4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100.0</c:v>
                </c:pt>
                <c:pt idx="1">
                  <c:v>59.6</c:v>
                </c:pt>
                <c:pt idx="2">
                  <c:v>32.5</c:v>
                </c:pt>
                <c:pt idx="3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0.0</c:v>
                </c:pt>
                <c:pt idx="1">
                  <c:v>0.1</c:v>
                </c:pt>
                <c:pt idx="2">
                  <c:v>0.0</c:v>
                </c:pt>
                <c:pt idx="3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Sheet1!$F$2:$F$5</c:f>
              <c:numCache>
                <c:formatCode>General</c:formatCode>
                <c:ptCount val="4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</c:strCache>
            </c:strRef>
          </c:cat>
          <c:val>
            <c:numRef>
              <c:f>Sheet1!$G$2:$G$5</c:f>
              <c:numCache>
                <c:formatCode>General</c:formatCode>
                <c:ptCount val="4"/>
                <c:pt idx="0">
                  <c:v>0.0</c:v>
                </c:pt>
                <c:pt idx="1">
                  <c:v>5.2</c:v>
                </c:pt>
                <c:pt idx="2">
                  <c:v>3.0</c:v>
                </c:pt>
                <c:pt idx="3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0.0</c:v>
                </c:pt>
                <c:pt idx="1">
                  <c:v>35.2</c:v>
                </c:pt>
                <c:pt idx="2">
                  <c:v>64.4</c:v>
                </c:pt>
                <c:pt idx="3">
                  <c:v>64.4</c:v>
                </c:pt>
                <c:pt idx="4">
                  <c:v>63.9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100.0</c:v>
                </c:pt>
                <c:pt idx="1">
                  <c:v>59.6</c:v>
                </c:pt>
                <c:pt idx="2">
                  <c:v>32.5</c:v>
                </c:pt>
                <c:pt idx="3">
                  <c:v>32.5</c:v>
                </c:pt>
                <c:pt idx="4">
                  <c:v>33.1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0.0</c:v>
                </c:pt>
                <c:pt idx="1">
                  <c:v>0.1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0.0</c:v>
                </c:pt>
                <c:pt idx="1">
                  <c:v>5.2</c:v>
                </c:pt>
                <c:pt idx="2">
                  <c:v>3.0</c:v>
                </c:pt>
                <c:pt idx="3">
                  <c:v>3.0</c:v>
                </c:pt>
                <c:pt idx="4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55.1</c:v>
                </c:pt>
                <c:pt idx="1">
                  <c:v>54.3</c:v>
                </c:pt>
                <c:pt idx="2">
                  <c:v>52.4</c:v>
                </c:pt>
                <c:pt idx="3">
                  <c:v>51.4</c:v>
                </c:pt>
                <c:pt idx="4">
                  <c:v>49.4</c:v>
                </c:pt>
                <c:pt idx="5">
                  <c:v>54.8</c:v>
                </c:pt>
                <c:pt idx="6">
                  <c:v>53.1</c:v>
                </c:pt>
                <c:pt idx="7">
                  <c:v>52.4</c:v>
                </c:pt>
                <c:pt idx="8">
                  <c:v>51.9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28.2</c:v>
                </c:pt>
                <c:pt idx="1">
                  <c:v>30.5</c:v>
                </c:pt>
                <c:pt idx="2">
                  <c:v>33.0</c:v>
                </c:pt>
                <c:pt idx="3">
                  <c:v>33.3</c:v>
                </c:pt>
                <c:pt idx="4">
                  <c:v>35.9</c:v>
                </c:pt>
                <c:pt idx="5">
                  <c:v>31.9</c:v>
                </c:pt>
                <c:pt idx="6">
                  <c:v>33.7</c:v>
                </c:pt>
                <c:pt idx="7">
                  <c:v>34.0</c:v>
                </c:pt>
                <c:pt idx="8">
                  <c:v>34.0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5.6</c:v>
                </c:pt>
                <c:pt idx="1">
                  <c:v>5.1</c:v>
                </c:pt>
                <c:pt idx="2">
                  <c:v>5.0</c:v>
                </c:pt>
                <c:pt idx="3">
                  <c:v>4.4</c:v>
                </c:pt>
                <c:pt idx="4">
                  <c:v>3.9</c:v>
                </c:pt>
                <c:pt idx="5">
                  <c:v>3.6</c:v>
                </c:pt>
                <c:pt idx="6">
                  <c:v>3.6</c:v>
                </c:pt>
                <c:pt idx="7">
                  <c:v>4.4</c:v>
                </c:pt>
                <c:pt idx="8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0.7</c:v>
                </c:pt>
                <c:pt idx="3">
                  <c:v>1.5</c:v>
                </c:pt>
                <c:pt idx="4">
                  <c:v>1.5</c:v>
                </c:pt>
                <c:pt idx="5">
                  <c:v>1.3</c:v>
                </c:pt>
                <c:pt idx="6">
                  <c:v>1.3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1.0</c:v>
                </c:pt>
                <c:pt idx="4">
                  <c:v>0.9</c:v>
                </c:pt>
                <c:pt idx="5">
                  <c:v>0.8</c:v>
                </c:pt>
                <c:pt idx="6">
                  <c:v>0.8</c:v>
                </c:pt>
                <c:pt idx="7">
                  <c:v>0.7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10.7</c:v>
                </c:pt>
                <c:pt idx="1">
                  <c:v>9.7</c:v>
                </c:pt>
                <c:pt idx="2">
                  <c:v>8.9</c:v>
                </c:pt>
                <c:pt idx="3">
                  <c:v>8.4</c:v>
                </c:pt>
                <c:pt idx="4">
                  <c:v>8.4</c:v>
                </c:pt>
                <c:pt idx="5">
                  <c:v>7.5</c:v>
                </c:pt>
                <c:pt idx="6">
                  <c:v>7.4</c:v>
                </c:pt>
                <c:pt idx="7">
                  <c:v>7.3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54.7</c:v>
                </c:pt>
                <c:pt idx="1">
                  <c:v>53.4</c:v>
                </c:pt>
                <c:pt idx="2">
                  <c:v>52.6</c:v>
                </c:pt>
                <c:pt idx="3">
                  <c:v>51.2</c:v>
                </c:pt>
                <c:pt idx="4">
                  <c:v>54.7</c:v>
                </c:pt>
                <c:pt idx="5">
                  <c:v>54.3</c:v>
                </c:pt>
                <c:pt idx="6">
                  <c:v>53.7</c:v>
                </c:pt>
                <c:pt idx="7">
                  <c:v>53.8</c:v>
                </c:pt>
                <c:pt idx="8">
                  <c:v>55.0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31.7</c:v>
                </c:pt>
                <c:pt idx="1">
                  <c:v>33.2</c:v>
                </c:pt>
                <c:pt idx="2">
                  <c:v>33.5</c:v>
                </c:pt>
                <c:pt idx="3">
                  <c:v>35.3</c:v>
                </c:pt>
                <c:pt idx="4">
                  <c:v>32.7</c:v>
                </c:pt>
                <c:pt idx="5">
                  <c:v>33.3</c:v>
                </c:pt>
                <c:pt idx="6">
                  <c:v>33.5</c:v>
                </c:pt>
                <c:pt idx="7">
                  <c:v>33.1</c:v>
                </c:pt>
                <c:pt idx="8">
                  <c:v>31.5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4.7</c:v>
                </c:pt>
                <c:pt idx="1">
                  <c:v>4.7</c:v>
                </c:pt>
                <c:pt idx="2">
                  <c:v>4.4</c:v>
                </c:pt>
                <c:pt idx="3">
                  <c:v>4.1</c:v>
                </c:pt>
                <c:pt idx="4">
                  <c:v>3.9</c:v>
                </c:pt>
                <c:pt idx="5">
                  <c:v>3.8</c:v>
                </c:pt>
                <c:pt idx="6">
                  <c:v>4.4</c:v>
                </c:pt>
                <c:pt idx="7">
                  <c:v>4.3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1.8</c:v>
                </c:pt>
                <c:pt idx="3">
                  <c:v>1.8</c:v>
                </c:pt>
                <c:pt idx="4">
                  <c:v>1.6</c:v>
                </c:pt>
                <c:pt idx="5">
                  <c:v>1.6</c:v>
                </c:pt>
                <c:pt idx="6">
                  <c:v>1.5</c:v>
                </c:pt>
                <c:pt idx="7">
                  <c:v>1.5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1.0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7.4</c:v>
                </c:pt>
                <c:pt idx="1">
                  <c:v>7.0</c:v>
                </c:pt>
                <c:pt idx="2">
                  <c:v>6.8</c:v>
                </c:pt>
                <c:pt idx="3">
                  <c:v>6.8</c:v>
                </c:pt>
                <c:pt idx="4">
                  <c:v>6.3</c:v>
                </c:pt>
                <c:pt idx="5">
                  <c:v>6.2</c:v>
                </c:pt>
                <c:pt idx="6">
                  <c:v>6.1</c:v>
                </c:pt>
                <c:pt idx="7">
                  <c:v>6.3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57.5</c:v>
                </c:pt>
                <c:pt idx="1">
                  <c:v>54.7</c:v>
                </c:pt>
                <c:pt idx="2">
                  <c:v>51.7</c:v>
                </c:pt>
                <c:pt idx="3">
                  <c:v>51.4</c:v>
                </c:pt>
                <c:pt idx="4">
                  <c:v>49.5</c:v>
                </c:pt>
                <c:pt idx="5">
                  <c:v>50.1</c:v>
                </c:pt>
                <c:pt idx="6">
                  <c:v>48.5</c:v>
                </c:pt>
                <c:pt idx="7">
                  <c:v>47.5</c:v>
                </c:pt>
                <c:pt idx="8">
                  <c:v>47.0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15.3</c:v>
                </c:pt>
                <c:pt idx="1">
                  <c:v>17.8</c:v>
                </c:pt>
                <c:pt idx="2">
                  <c:v>23.0</c:v>
                </c:pt>
                <c:pt idx="3">
                  <c:v>23.6</c:v>
                </c:pt>
                <c:pt idx="4">
                  <c:v>26.8</c:v>
                </c:pt>
                <c:pt idx="5">
                  <c:v>26.6</c:v>
                </c:pt>
                <c:pt idx="6">
                  <c:v>25.9</c:v>
                </c:pt>
                <c:pt idx="7">
                  <c:v>25.5</c:v>
                </c:pt>
                <c:pt idx="8">
                  <c:v>27.5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7.9</c:v>
                </c:pt>
                <c:pt idx="1">
                  <c:v>7.0</c:v>
                </c:pt>
                <c:pt idx="2">
                  <c:v>6.8</c:v>
                </c:pt>
                <c:pt idx="3">
                  <c:v>6.6</c:v>
                </c:pt>
                <c:pt idx="4">
                  <c:v>5.7</c:v>
                </c:pt>
                <c:pt idx="5">
                  <c:v>5.2</c:v>
                </c:pt>
                <c:pt idx="6">
                  <c:v>5.4</c:v>
                </c:pt>
                <c:pt idx="7">
                  <c:v>5.3</c:v>
                </c:pt>
                <c:pt idx="8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13.9</c:v>
                </c:pt>
                <c:pt idx="1">
                  <c:v>16.0</c:v>
                </c:pt>
                <c:pt idx="2">
                  <c:v>14.8</c:v>
                </c:pt>
                <c:pt idx="3">
                  <c:v>14.3</c:v>
                </c:pt>
                <c:pt idx="4">
                  <c:v>14.2</c:v>
                </c:pt>
                <c:pt idx="5">
                  <c:v>14.1</c:v>
                </c:pt>
                <c:pt idx="6">
                  <c:v>15.4</c:v>
                </c:pt>
                <c:pt idx="7">
                  <c:v>16.6</c:v>
                </c:pt>
                <c:pt idx="8">
                  <c:v>15.6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0.2</c:v>
                </c:pt>
                <c:pt idx="6">
                  <c:v>0.5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5.0</c:v>
                </c:pt>
                <c:pt idx="1">
                  <c:v>4.1</c:v>
                </c:pt>
                <c:pt idx="2">
                  <c:v>3.4</c:v>
                </c:pt>
                <c:pt idx="3">
                  <c:v>3.8</c:v>
                </c:pt>
                <c:pt idx="4">
                  <c:v>3.4</c:v>
                </c:pt>
                <c:pt idx="5">
                  <c:v>3.7</c:v>
                </c:pt>
                <c:pt idx="6">
                  <c:v>4.3</c:v>
                </c:pt>
                <c:pt idx="7">
                  <c:v>4.6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52.2</c:v>
                </c:pt>
                <c:pt idx="1">
                  <c:v>50.6</c:v>
                </c:pt>
                <c:pt idx="2">
                  <c:v>50.5</c:v>
                </c:pt>
                <c:pt idx="3">
                  <c:v>49.4</c:v>
                </c:pt>
                <c:pt idx="4">
                  <c:v>49.8</c:v>
                </c:pt>
                <c:pt idx="5">
                  <c:v>48.6</c:v>
                </c:pt>
                <c:pt idx="6">
                  <c:v>47.8</c:v>
                </c:pt>
                <c:pt idx="7">
                  <c:v>47.4</c:v>
                </c:pt>
                <c:pt idx="8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26.4</c:v>
                </c:pt>
                <c:pt idx="1">
                  <c:v>28.2</c:v>
                </c:pt>
                <c:pt idx="2">
                  <c:v>27.9</c:v>
                </c:pt>
                <c:pt idx="3">
                  <c:v>29.5</c:v>
                </c:pt>
                <c:pt idx="4">
                  <c:v>29.0</c:v>
                </c:pt>
                <c:pt idx="5">
                  <c:v>28.1</c:v>
                </c:pt>
                <c:pt idx="6">
                  <c:v>27.4</c:v>
                </c:pt>
                <c:pt idx="7">
                  <c:v>28.5</c:v>
                </c:pt>
                <c:pt idx="8">
                  <c:v>28.7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5.4</c:v>
                </c:pt>
                <c:pt idx="1">
                  <c:v>5.6</c:v>
                </c:pt>
                <c:pt idx="2">
                  <c:v>5.7</c:v>
                </c:pt>
                <c:pt idx="3">
                  <c:v>5.2</c:v>
                </c:pt>
                <c:pt idx="4">
                  <c:v>4.9</c:v>
                </c:pt>
                <c:pt idx="5">
                  <c:v>5.2</c:v>
                </c:pt>
                <c:pt idx="6">
                  <c:v>5.2</c:v>
                </c:pt>
                <c:pt idx="7">
                  <c:v>5.2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12.6</c:v>
                </c:pt>
                <c:pt idx="1">
                  <c:v>12.1</c:v>
                </c:pt>
                <c:pt idx="2">
                  <c:v>12.1</c:v>
                </c:pt>
                <c:pt idx="3">
                  <c:v>12.3</c:v>
                </c:pt>
                <c:pt idx="4">
                  <c:v>12.5</c:v>
                </c:pt>
                <c:pt idx="5">
                  <c:v>13.7</c:v>
                </c:pt>
                <c:pt idx="6">
                  <c:v>14.9</c:v>
                </c:pt>
                <c:pt idx="7">
                  <c:v>14.4</c:v>
                </c:pt>
                <c:pt idx="8">
                  <c:v>13.9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3.3</c:v>
                </c:pt>
                <c:pt idx="2">
                  <c:v>3.6</c:v>
                </c:pt>
                <c:pt idx="3">
                  <c:v>3.4</c:v>
                </c:pt>
                <c:pt idx="4">
                  <c:v>3.6</c:v>
                </c:pt>
                <c:pt idx="5">
                  <c:v>4.0</c:v>
                </c:pt>
                <c:pt idx="6">
                  <c:v>4.3</c:v>
                </c:pt>
                <c:pt idx="7">
                  <c:v>4.1</c:v>
                </c:pt>
                <c:pt idx="8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51.0</c:v>
                </c:pt>
                <c:pt idx="1">
                  <c:v>54.2</c:v>
                </c:pt>
                <c:pt idx="2">
                  <c:v>54.9</c:v>
                </c:pt>
                <c:pt idx="3">
                  <c:v>55.5</c:v>
                </c:pt>
                <c:pt idx="4">
                  <c:v>54.7</c:v>
                </c:pt>
                <c:pt idx="5">
                  <c:v>54.1</c:v>
                </c:pt>
                <c:pt idx="6">
                  <c:v>53.1</c:v>
                </c:pt>
                <c:pt idx="7">
                  <c:v>53.9</c:v>
                </c:pt>
                <c:pt idx="8">
                  <c:v>52.7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18.1</c:v>
                </c:pt>
                <c:pt idx="1">
                  <c:v>16.4</c:v>
                </c:pt>
                <c:pt idx="2">
                  <c:v>16.0</c:v>
                </c:pt>
                <c:pt idx="3">
                  <c:v>16.0</c:v>
                </c:pt>
                <c:pt idx="4">
                  <c:v>17.8</c:v>
                </c:pt>
                <c:pt idx="5">
                  <c:v>17.4</c:v>
                </c:pt>
                <c:pt idx="6">
                  <c:v>17.6</c:v>
                </c:pt>
                <c:pt idx="7">
                  <c:v>17.4</c:v>
                </c:pt>
                <c:pt idx="8">
                  <c:v>18.8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3.2</c:v>
                </c:pt>
                <c:pt idx="2">
                  <c:v>3.2</c:v>
                </c:pt>
                <c:pt idx="3">
                  <c:v>3.0</c:v>
                </c:pt>
                <c:pt idx="4">
                  <c:v>2.9</c:v>
                </c:pt>
                <c:pt idx="5">
                  <c:v>3.0</c:v>
                </c:pt>
                <c:pt idx="6">
                  <c:v>3.2</c:v>
                </c:pt>
                <c:pt idx="7">
                  <c:v>3.9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15.5</c:v>
                </c:pt>
                <c:pt idx="1">
                  <c:v>14.3</c:v>
                </c:pt>
                <c:pt idx="2">
                  <c:v>14.0</c:v>
                </c:pt>
                <c:pt idx="3">
                  <c:v>13.4</c:v>
                </c:pt>
                <c:pt idx="4">
                  <c:v>12.7</c:v>
                </c:pt>
                <c:pt idx="5">
                  <c:v>12.8</c:v>
                </c:pt>
                <c:pt idx="6">
                  <c:v>12.4</c:v>
                </c:pt>
                <c:pt idx="7">
                  <c:v>11.8</c:v>
                </c:pt>
                <c:pt idx="8">
                  <c:v>12.4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0.2</c:v>
                </c:pt>
                <c:pt idx="2">
                  <c:v>0.2</c:v>
                </c:pt>
                <c:pt idx="3">
                  <c:v>0.4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12.7</c:v>
                </c:pt>
                <c:pt idx="1">
                  <c:v>11.7</c:v>
                </c:pt>
                <c:pt idx="2">
                  <c:v>11.8</c:v>
                </c:pt>
                <c:pt idx="3">
                  <c:v>11.7</c:v>
                </c:pt>
                <c:pt idx="4">
                  <c:v>11.6</c:v>
                </c:pt>
                <c:pt idx="5">
                  <c:v>12.5</c:v>
                </c:pt>
                <c:pt idx="6">
                  <c:v>13.4</c:v>
                </c:pt>
                <c:pt idx="7">
                  <c:v>12.7</c:v>
                </c:pt>
                <c:pt idx="8">
                  <c:v>11.6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57.2</c:v>
                </c:pt>
                <c:pt idx="1">
                  <c:v>57.7</c:v>
                </c:pt>
                <c:pt idx="2">
                  <c:v>57.6</c:v>
                </c:pt>
                <c:pt idx="3">
                  <c:v>56.9</c:v>
                </c:pt>
                <c:pt idx="4">
                  <c:v>56.3</c:v>
                </c:pt>
                <c:pt idx="5">
                  <c:v>55.4</c:v>
                </c:pt>
                <c:pt idx="6">
                  <c:v>55.6</c:v>
                </c:pt>
                <c:pt idx="7">
                  <c:v>54.4</c:v>
                </c:pt>
                <c:pt idx="8">
                  <c:v>54.6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16.3</c:v>
                </c:pt>
                <c:pt idx="1">
                  <c:v>16.1</c:v>
                </c:pt>
                <c:pt idx="2">
                  <c:v>16.2</c:v>
                </c:pt>
                <c:pt idx="3">
                  <c:v>17.2</c:v>
                </c:pt>
                <c:pt idx="4">
                  <c:v>17.1</c:v>
                </c:pt>
                <c:pt idx="5">
                  <c:v>17.2</c:v>
                </c:pt>
                <c:pt idx="6">
                  <c:v>17.1</c:v>
                </c:pt>
                <c:pt idx="7">
                  <c:v>18.0</c:v>
                </c:pt>
                <c:pt idx="8">
                  <c:v>18.6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2.7</c:v>
                </c:pt>
                <c:pt idx="2">
                  <c:v>2.7</c:v>
                </c:pt>
                <c:pt idx="3">
                  <c:v>2.7</c:v>
                </c:pt>
                <c:pt idx="4">
                  <c:v>2.8</c:v>
                </c:pt>
                <c:pt idx="5">
                  <c:v>2.9</c:v>
                </c:pt>
                <c:pt idx="6">
                  <c:v>3.5</c:v>
                </c:pt>
                <c:pt idx="7">
                  <c:v>3.8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12.9</c:v>
                </c:pt>
                <c:pt idx="1">
                  <c:v>12.6</c:v>
                </c:pt>
                <c:pt idx="2">
                  <c:v>12.5</c:v>
                </c:pt>
                <c:pt idx="3">
                  <c:v>12.1</c:v>
                </c:pt>
                <c:pt idx="4">
                  <c:v>12.3</c:v>
                </c:pt>
                <c:pt idx="5">
                  <c:v>12.1</c:v>
                </c:pt>
                <c:pt idx="6">
                  <c:v>11.8</c:v>
                </c:pt>
                <c:pt idx="7">
                  <c:v>12.2</c:v>
                </c:pt>
                <c:pt idx="8">
                  <c:v>11.7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10.1</c:v>
                </c:pt>
                <c:pt idx="1">
                  <c:v>10.2</c:v>
                </c:pt>
                <c:pt idx="2">
                  <c:v>10.3</c:v>
                </c:pt>
                <c:pt idx="3">
                  <c:v>10.3</c:v>
                </c:pt>
                <c:pt idx="4">
                  <c:v>10.9</c:v>
                </c:pt>
                <c:pt idx="5">
                  <c:v>11.7</c:v>
                </c:pt>
                <c:pt idx="6">
                  <c:v>11.4</c:v>
                </c:pt>
                <c:pt idx="7">
                  <c:v>11.0</c:v>
                </c:pt>
                <c:pt idx="8">
                  <c:v>10.9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44.2</c:v>
                </c:pt>
                <c:pt idx="1">
                  <c:v>44.3</c:v>
                </c:pt>
                <c:pt idx="2">
                  <c:v>44.3</c:v>
                </c:pt>
                <c:pt idx="3">
                  <c:v>43.1</c:v>
                </c:pt>
                <c:pt idx="4">
                  <c:v>39.8</c:v>
                </c:pt>
                <c:pt idx="5">
                  <c:v>40.4</c:v>
                </c:pt>
                <c:pt idx="6">
                  <c:v>35.2</c:v>
                </c:pt>
                <c:pt idx="7">
                  <c:v>34.7</c:v>
                </c:pt>
                <c:pt idx="8">
                  <c:v>36.7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37.9</c:v>
                </c:pt>
                <c:pt idx="2">
                  <c:v>37.9</c:v>
                </c:pt>
                <c:pt idx="3">
                  <c:v>37.1</c:v>
                </c:pt>
                <c:pt idx="4">
                  <c:v>39.3</c:v>
                </c:pt>
                <c:pt idx="5">
                  <c:v>39.3</c:v>
                </c:pt>
                <c:pt idx="6">
                  <c:v>44.8</c:v>
                </c:pt>
                <c:pt idx="7">
                  <c:v>44.6</c:v>
                </c:pt>
                <c:pt idx="8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5.1</c:v>
                </c:pt>
                <c:pt idx="1">
                  <c:v>5.0</c:v>
                </c:pt>
                <c:pt idx="2">
                  <c:v>5.0</c:v>
                </c:pt>
                <c:pt idx="3">
                  <c:v>6.4</c:v>
                </c:pt>
                <c:pt idx="4">
                  <c:v>4.8</c:v>
                </c:pt>
                <c:pt idx="5">
                  <c:v>4.6</c:v>
                </c:pt>
                <c:pt idx="6">
                  <c:v>4.3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0.6</c:v>
                </c:pt>
                <c:pt idx="5">
                  <c:v>0.7</c:v>
                </c:pt>
                <c:pt idx="6">
                  <c:v>0.6</c:v>
                </c:pt>
                <c:pt idx="7">
                  <c:v>1.2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1.3</c:v>
                </c:pt>
                <c:pt idx="4">
                  <c:v>2.0</c:v>
                </c:pt>
                <c:pt idx="5">
                  <c:v>1.8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11.3</c:v>
                </c:pt>
                <c:pt idx="1">
                  <c:v>11.2</c:v>
                </c:pt>
                <c:pt idx="2">
                  <c:v>11.2</c:v>
                </c:pt>
                <c:pt idx="3">
                  <c:v>11.6</c:v>
                </c:pt>
                <c:pt idx="4">
                  <c:v>13.6</c:v>
                </c:pt>
                <c:pt idx="5">
                  <c:v>13.1</c:v>
                </c:pt>
                <c:pt idx="6">
                  <c:v>13.7</c:v>
                </c:pt>
                <c:pt idx="7">
                  <c:v>14.1</c:v>
                </c:pt>
                <c:pt idx="8">
                  <c:v>13.7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44.6</c:v>
                </c:pt>
                <c:pt idx="1">
                  <c:v>43.4</c:v>
                </c:pt>
                <c:pt idx="2">
                  <c:v>42.5</c:v>
                </c:pt>
                <c:pt idx="3">
                  <c:v>39.9</c:v>
                </c:pt>
                <c:pt idx="4">
                  <c:v>40.4</c:v>
                </c:pt>
                <c:pt idx="5">
                  <c:v>35.6</c:v>
                </c:pt>
                <c:pt idx="6">
                  <c:v>35.3</c:v>
                </c:pt>
                <c:pt idx="7">
                  <c:v>37.1</c:v>
                </c:pt>
                <c:pt idx="8">
                  <c:v>37.4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38.4</c:v>
                </c:pt>
                <c:pt idx="2">
                  <c:v>37.8</c:v>
                </c:pt>
                <c:pt idx="3">
                  <c:v>39.4</c:v>
                </c:pt>
                <c:pt idx="4">
                  <c:v>39.4</c:v>
                </c:pt>
                <c:pt idx="5">
                  <c:v>44.4</c:v>
                </c:pt>
                <c:pt idx="6">
                  <c:v>44.3</c:v>
                </c:pt>
                <c:pt idx="7">
                  <c:v>43.0</c:v>
                </c:pt>
                <c:pt idx="8">
                  <c:v>42.8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4.6</c:v>
                </c:pt>
                <c:pt idx="1">
                  <c:v>4.3</c:v>
                </c:pt>
                <c:pt idx="2">
                  <c:v>5.5</c:v>
                </c:pt>
                <c:pt idx="3">
                  <c:v>4.3</c:v>
                </c:pt>
                <c:pt idx="4">
                  <c:v>4.3</c:v>
                </c:pt>
                <c:pt idx="5">
                  <c:v>4.1</c:v>
                </c:pt>
                <c:pt idx="6">
                  <c:v>3.9</c:v>
                </c:pt>
                <c:pt idx="7">
                  <c:v>4.0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1.5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1.1</c:v>
                </c:pt>
                <c:pt idx="6">
                  <c:v>1.5</c:v>
                </c:pt>
                <c:pt idx="7">
                  <c:v>1.4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1.2</c:v>
                </c:pt>
                <c:pt idx="3">
                  <c:v>1.8</c:v>
                </c:pt>
                <c:pt idx="4">
                  <c:v>1.7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11.0</c:v>
                </c:pt>
                <c:pt idx="1">
                  <c:v>11.3</c:v>
                </c:pt>
                <c:pt idx="2">
                  <c:v>11.6</c:v>
                </c:pt>
                <c:pt idx="3">
                  <c:v>13.4</c:v>
                </c:pt>
                <c:pt idx="4">
                  <c:v>13.0</c:v>
                </c:pt>
                <c:pt idx="5">
                  <c:v>13.5</c:v>
                </c:pt>
                <c:pt idx="6">
                  <c:v>13.6</c:v>
                </c:pt>
                <c:pt idx="7">
                  <c:v>13.3</c:v>
                </c:pt>
                <c:pt idx="8">
                  <c:v>13.1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50.6</c:v>
                </c:pt>
                <c:pt idx="1">
                  <c:v>48.7</c:v>
                </c:pt>
                <c:pt idx="2">
                  <c:v>48.0</c:v>
                </c:pt>
                <c:pt idx="3">
                  <c:v>47.7</c:v>
                </c:pt>
                <c:pt idx="4">
                  <c:v>45.2</c:v>
                </c:pt>
                <c:pt idx="5">
                  <c:v>45.4</c:v>
                </c:pt>
                <c:pt idx="6">
                  <c:v>45.1</c:v>
                </c:pt>
                <c:pt idx="7">
                  <c:v>44.6</c:v>
                </c:pt>
                <c:pt idx="8">
                  <c:v>46.7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37.8</c:v>
                </c:pt>
                <c:pt idx="1">
                  <c:v>40.9</c:v>
                </c:pt>
                <c:pt idx="2">
                  <c:v>41.5</c:v>
                </c:pt>
                <c:pt idx="3">
                  <c:v>40.9</c:v>
                </c:pt>
                <c:pt idx="4">
                  <c:v>40.4</c:v>
                </c:pt>
                <c:pt idx="5">
                  <c:v>39.6</c:v>
                </c:pt>
                <c:pt idx="6">
                  <c:v>38.8</c:v>
                </c:pt>
                <c:pt idx="7">
                  <c:v>38.1</c:v>
                </c:pt>
                <c:pt idx="8">
                  <c:v>38.0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3.6</c:v>
                </c:pt>
                <c:pt idx="1">
                  <c:v>3.2</c:v>
                </c:pt>
                <c:pt idx="2">
                  <c:v>3.5</c:v>
                </c:pt>
                <c:pt idx="3">
                  <c:v>5.0</c:v>
                </c:pt>
                <c:pt idx="4">
                  <c:v>6.0</c:v>
                </c:pt>
                <c:pt idx="5">
                  <c:v>6.5</c:v>
                </c:pt>
                <c:pt idx="6">
                  <c:v>7.5</c:v>
                </c:pt>
                <c:pt idx="7">
                  <c:v>8.4</c:v>
                </c:pt>
                <c:pt idx="8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1.6</c:v>
                </c:pt>
                <c:pt idx="3">
                  <c:v>1.5</c:v>
                </c:pt>
                <c:pt idx="4">
                  <c:v>1.6</c:v>
                </c:pt>
                <c:pt idx="5">
                  <c:v>1.5</c:v>
                </c:pt>
                <c:pt idx="6">
                  <c:v>1.7</c:v>
                </c:pt>
                <c:pt idx="7">
                  <c:v>1.7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0.9</c:v>
                </c:pt>
                <c:pt idx="3">
                  <c:v>0.7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5.0</c:v>
                </c:pt>
                <c:pt idx="1">
                  <c:v>4.5</c:v>
                </c:pt>
                <c:pt idx="2">
                  <c:v>4.6</c:v>
                </c:pt>
                <c:pt idx="3">
                  <c:v>4.1</c:v>
                </c:pt>
                <c:pt idx="4">
                  <c:v>5.9</c:v>
                </c:pt>
                <c:pt idx="5">
                  <c:v>6.0</c:v>
                </c:pt>
                <c:pt idx="6">
                  <c:v>6.1</c:v>
                </c:pt>
                <c:pt idx="7">
                  <c:v>6.2</c:v>
                </c:pt>
                <c:pt idx="8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44.6</c:v>
                </c:pt>
                <c:pt idx="1">
                  <c:v>44.5</c:v>
                </c:pt>
                <c:pt idx="2">
                  <c:v>44.6</c:v>
                </c:pt>
                <c:pt idx="3">
                  <c:v>43.5</c:v>
                </c:pt>
                <c:pt idx="4">
                  <c:v>43.7</c:v>
                </c:pt>
                <c:pt idx="5">
                  <c:v>43.6</c:v>
                </c:pt>
                <c:pt idx="6">
                  <c:v>43.4</c:v>
                </c:pt>
                <c:pt idx="7">
                  <c:v>44.8</c:v>
                </c:pt>
                <c:pt idx="8">
                  <c:v>43.9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38.4</c:v>
                </c:pt>
                <c:pt idx="1">
                  <c:v>38.8</c:v>
                </c:pt>
                <c:pt idx="2">
                  <c:v>38.8</c:v>
                </c:pt>
                <c:pt idx="3">
                  <c:v>38.9</c:v>
                </c:pt>
                <c:pt idx="4">
                  <c:v>38.5</c:v>
                </c:pt>
                <c:pt idx="5">
                  <c:v>38.2</c:v>
                </c:pt>
                <c:pt idx="6">
                  <c:v>37.9</c:v>
                </c:pt>
                <c:pt idx="7">
                  <c:v>37.7</c:v>
                </c:pt>
                <c:pt idx="8">
                  <c:v>38.0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6.0</c:v>
                </c:pt>
                <c:pt idx="1">
                  <c:v>6.0</c:v>
                </c:pt>
                <c:pt idx="2">
                  <c:v>6.6</c:v>
                </c:pt>
                <c:pt idx="3">
                  <c:v>6.9</c:v>
                </c:pt>
                <c:pt idx="4">
                  <c:v>7.1</c:v>
                </c:pt>
                <c:pt idx="5">
                  <c:v>7.6</c:v>
                </c:pt>
                <c:pt idx="6">
                  <c:v>8.2</c:v>
                </c:pt>
                <c:pt idx="7">
                  <c:v>7.8</c:v>
                </c:pt>
                <c:pt idx="8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1.8</c:v>
                </c:pt>
                <c:pt idx="1">
                  <c:v>1.7</c:v>
                </c:pt>
                <c:pt idx="2">
                  <c:v>1.6</c:v>
                </c:pt>
                <c:pt idx="3">
                  <c:v>1.7</c:v>
                </c:pt>
                <c:pt idx="4">
                  <c:v>1.6</c:v>
                </c:pt>
                <c:pt idx="5">
                  <c:v>1.7</c:v>
                </c:pt>
                <c:pt idx="6">
                  <c:v>1.7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1.4</c:v>
                </c:pt>
                <c:pt idx="5">
                  <c:v>1.3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7.5</c:v>
                </c:pt>
                <c:pt idx="1">
                  <c:v>7.4</c:v>
                </c:pt>
                <c:pt idx="2">
                  <c:v>7.0</c:v>
                </c:pt>
                <c:pt idx="3">
                  <c:v>7.6</c:v>
                </c:pt>
                <c:pt idx="4">
                  <c:v>7.6</c:v>
                </c:pt>
                <c:pt idx="5">
                  <c:v>7.5</c:v>
                </c:pt>
                <c:pt idx="6">
                  <c:v>7.4</c:v>
                </c:pt>
                <c:pt idx="7">
                  <c:v>6.9</c:v>
                </c:pt>
                <c:pt idx="8">
                  <c:v>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49.7</c:v>
                </c:pt>
                <c:pt idx="1">
                  <c:v>49.1</c:v>
                </c:pt>
                <c:pt idx="2">
                  <c:v>49.1</c:v>
                </c:pt>
                <c:pt idx="3">
                  <c:v>50.3</c:v>
                </c:pt>
                <c:pt idx="4">
                  <c:v>49.9</c:v>
                </c:pt>
                <c:pt idx="5">
                  <c:v>48.1</c:v>
                </c:pt>
                <c:pt idx="6">
                  <c:v>44.5</c:v>
                </c:pt>
                <c:pt idx="7">
                  <c:v>46.5</c:v>
                </c:pt>
                <c:pt idx="8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35.3</c:v>
                </c:pt>
                <c:pt idx="1">
                  <c:v>37.2</c:v>
                </c:pt>
                <c:pt idx="2">
                  <c:v>37.2</c:v>
                </c:pt>
                <c:pt idx="3">
                  <c:v>37.3</c:v>
                </c:pt>
                <c:pt idx="4">
                  <c:v>37.0</c:v>
                </c:pt>
                <c:pt idx="5">
                  <c:v>36.4</c:v>
                </c:pt>
                <c:pt idx="6">
                  <c:v>38.4</c:v>
                </c:pt>
                <c:pt idx="7">
                  <c:v>40.1</c:v>
                </c:pt>
                <c:pt idx="8">
                  <c:v>37.5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8.0</c:v>
                </c:pt>
                <c:pt idx="1">
                  <c:v>7.3</c:v>
                </c:pt>
                <c:pt idx="2">
                  <c:v>7.3</c:v>
                </c:pt>
                <c:pt idx="3">
                  <c:v>5.7</c:v>
                </c:pt>
                <c:pt idx="4">
                  <c:v>5.2</c:v>
                </c:pt>
                <c:pt idx="5">
                  <c:v>5.8</c:v>
                </c:pt>
                <c:pt idx="6">
                  <c:v>5.6</c:v>
                </c:pt>
                <c:pt idx="7">
                  <c:v>4.3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0.4</c:v>
                </c:pt>
                <c:pt idx="3">
                  <c:v>1.0</c:v>
                </c:pt>
                <c:pt idx="4">
                  <c:v>0.9</c:v>
                </c:pt>
                <c:pt idx="5">
                  <c:v>3.7</c:v>
                </c:pt>
                <c:pt idx="6">
                  <c:v>4.1</c:v>
                </c:pt>
                <c:pt idx="7">
                  <c:v>3.4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0.4</c:v>
                </c:pt>
                <c:pt idx="5">
                  <c:v>0.4</c:v>
                </c:pt>
                <c:pt idx="6">
                  <c:v>1.1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5.9</c:v>
                </c:pt>
                <c:pt idx="1">
                  <c:v>5.4</c:v>
                </c:pt>
                <c:pt idx="2">
                  <c:v>5.4</c:v>
                </c:pt>
                <c:pt idx="3">
                  <c:v>5.2</c:v>
                </c:pt>
                <c:pt idx="4">
                  <c:v>6.5</c:v>
                </c:pt>
                <c:pt idx="5">
                  <c:v>5.6</c:v>
                </c:pt>
                <c:pt idx="6">
                  <c:v>6.3</c:v>
                </c:pt>
                <c:pt idx="7">
                  <c:v>4.8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44.5</c:v>
                </c:pt>
                <c:pt idx="1">
                  <c:v>44.2</c:v>
                </c:pt>
                <c:pt idx="2">
                  <c:v>45.0</c:v>
                </c:pt>
                <c:pt idx="3">
                  <c:v>44.9</c:v>
                </c:pt>
                <c:pt idx="4">
                  <c:v>44.5</c:v>
                </c:pt>
                <c:pt idx="5">
                  <c:v>44.9</c:v>
                </c:pt>
                <c:pt idx="6">
                  <c:v>45.6</c:v>
                </c:pt>
                <c:pt idx="7">
                  <c:v>45.9</c:v>
                </c:pt>
                <c:pt idx="8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39.4</c:v>
                </c:pt>
                <c:pt idx="1">
                  <c:v>38.9</c:v>
                </c:pt>
                <c:pt idx="2">
                  <c:v>38.9</c:v>
                </c:pt>
                <c:pt idx="3">
                  <c:v>38.7</c:v>
                </c:pt>
                <c:pt idx="4">
                  <c:v>38.5</c:v>
                </c:pt>
                <c:pt idx="5">
                  <c:v>37.8</c:v>
                </c:pt>
                <c:pt idx="6">
                  <c:v>38.8</c:v>
                </c:pt>
                <c:pt idx="7">
                  <c:v>38.3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7.9</c:v>
                </c:pt>
                <c:pt idx="1">
                  <c:v>7.7</c:v>
                </c:pt>
                <c:pt idx="2">
                  <c:v>7.0</c:v>
                </c:pt>
                <c:pt idx="3">
                  <c:v>6.8</c:v>
                </c:pt>
                <c:pt idx="4">
                  <c:v>6.9</c:v>
                </c:pt>
                <c:pt idx="5">
                  <c:v>6.1</c:v>
                </c:pt>
                <c:pt idx="6">
                  <c:v>5.4</c:v>
                </c:pt>
                <c:pt idx="7">
                  <c:v>4.9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1.2</c:v>
                </c:pt>
                <c:pt idx="3">
                  <c:v>1.2</c:v>
                </c:pt>
                <c:pt idx="4">
                  <c:v>2.2</c:v>
                </c:pt>
                <c:pt idx="5">
                  <c:v>2.4</c:v>
                </c:pt>
                <c:pt idx="6">
                  <c:v>2.2</c:v>
                </c:pt>
                <c:pt idx="7">
                  <c:v>2.0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1.2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1.3</c:v>
                </c:pt>
                <c:pt idx="6">
                  <c:v>1.1</c:v>
                </c:pt>
                <c:pt idx="7">
                  <c:v>1.0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5.9</c:v>
                </c:pt>
                <c:pt idx="1">
                  <c:v>6.9</c:v>
                </c:pt>
                <c:pt idx="2">
                  <c:v>6.7</c:v>
                </c:pt>
                <c:pt idx="3">
                  <c:v>7.3</c:v>
                </c:pt>
                <c:pt idx="4">
                  <c:v>6.9</c:v>
                </c:pt>
                <c:pt idx="5">
                  <c:v>7.6</c:v>
                </c:pt>
                <c:pt idx="6">
                  <c:v>6.7</c:v>
                </c:pt>
                <c:pt idx="7">
                  <c:v>7.9</c:v>
                </c:pt>
                <c:pt idx="8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48.6</c:v>
                </c:pt>
                <c:pt idx="1">
                  <c:v>50.5</c:v>
                </c:pt>
                <c:pt idx="2">
                  <c:v>49.8</c:v>
                </c:pt>
                <c:pt idx="3">
                  <c:v>50.5</c:v>
                </c:pt>
                <c:pt idx="4">
                  <c:v>47.7</c:v>
                </c:pt>
                <c:pt idx="5">
                  <c:v>47.6</c:v>
                </c:pt>
                <c:pt idx="6">
                  <c:v>47.4</c:v>
                </c:pt>
                <c:pt idx="7">
                  <c:v>45.3</c:v>
                </c:pt>
                <c:pt idx="8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37.3</c:v>
                </c:pt>
                <c:pt idx="1">
                  <c:v>36.0</c:v>
                </c:pt>
                <c:pt idx="2">
                  <c:v>36.9</c:v>
                </c:pt>
                <c:pt idx="3">
                  <c:v>35.4</c:v>
                </c:pt>
                <c:pt idx="4">
                  <c:v>37.0</c:v>
                </c:pt>
                <c:pt idx="5">
                  <c:v>36.8</c:v>
                </c:pt>
                <c:pt idx="6">
                  <c:v>37.7</c:v>
                </c:pt>
                <c:pt idx="7">
                  <c:v>41.4</c:v>
                </c:pt>
                <c:pt idx="8">
                  <c:v>40.9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6.8</c:v>
                </c:pt>
                <c:pt idx="1">
                  <c:v>6.7</c:v>
                </c:pt>
                <c:pt idx="2">
                  <c:v>6.5</c:v>
                </c:pt>
                <c:pt idx="3">
                  <c:v>5.5</c:v>
                </c:pt>
                <c:pt idx="4">
                  <c:v>4.5</c:v>
                </c:pt>
                <c:pt idx="5">
                  <c:v>4.7</c:v>
                </c:pt>
                <c:pt idx="6">
                  <c:v>4.7</c:v>
                </c:pt>
                <c:pt idx="7">
                  <c:v>4.5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0.6</c:v>
                </c:pt>
                <c:pt idx="4">
                  <c:v>0.5</c:v>
                </c:pt>
                <c:pt idx="5">
                  <c:v>0.5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5.8</c:v>
                </c:pt>
                <c:pt idx="2">
                  <c:v>6.0</c:v>
                </c:pt>
                <c:pt idx="3">
                  <c:v>7.6</c:v>
                </c:pt>
                <c:pt idx="4">
                  <c:v>10.0</c:v>
                </c:pt>
                <c:pt idx="5">
                  <c:v>10.0</c:v>
                </c:pt>
                <c:pt idx="6">
                  <c:v>9.4</c:v>
                </c:pt>
                <c:pt idx="7">
                  <c:v>8.1</c:v>
                </c:pt>
                <c:pt idx="8">
                  <c:v>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49.4</c:v>
                </c:pt>
                <c:pt idx="1">
                  <c:v>48.9</c:v>
                </c:pt>
                <c:pt idx="2">
                  <c:v>49.3</c:v>
                </c:pt>
                <c:pt idx="3">
                  <c:v>47.7</c:v>
                </c:pt>
                <c:pt idx="4">
                  <c:v>47.7</c:v>
                </c:pt>
                <c:pt idx="5">
                  <c:v>47.6</c:v>
                </c:pt>
                <c:pt idx="6">
                  <c:v>46.3</c:v>
                </c:pt>
                <c:pt idx="7">
                  <c:v>46.3</c:v>
                </c:pt>
                <c:pt idx="8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34.9</c:v>
                </c:pt>
                <c:pt idx="1">
                  <c:v>35.8</c:v>
                </c:pt>
                <c:pt idx="2">
                  <c:v>35.1</c:v>
                </c:pt>
                <c:pt idx="3">
                  <c:v>36.1</c:v>
                </c:pt>
                <c:pt idx="4">
                  <c:v>36.0</c:v>
                </c:pt>
                <c:pt idx="5">
                  <c:v>36.6</c:v>
                </c:pt>
                <c:pt idx="6">
                  <c:v>39.1</c:v>
                </c:pt>
                <c:pt idx="7">
                  <c:v>38.9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4.9</c:v>
                </c:pt>
                <c:pt idx="1">
                  <c:v>4.7</c:v>
                </c:pt>
                <c:pt idx="2">
                  <c:v>4.4</c:v>
                </c:pt>
                <c:pt idx="3">
                  <c:v>3.9</c:v>
                </c:pt>
                <c:pt idx="4">
                  <c:v>4.0</c:v>
                </c:pt>
                <c:pt idx="5">
                  <c:v>4.1</c:v>
                </c:pt>
                <c:pt idx="6">
                  <c:v>4.0</c:v>
                </c:pt>
                <c:pt idx="7">
                  <c:v>4.4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0.1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0.1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9.9</c:v>
                </c:pt>
                <c:pt idx="1">
                  <c:v>9.9</c:v>
                </c:pt>
                <c:pt idx="2">
                  <c:v>10.4</c:v>
                </c:pt>
                <c:pt idx="3">
                  <c:v>11.5</c:v>
                </c:pt>
                <c:pt idx="4">
                  <c:v>11.5</c:v>
                </c:pt>
                <c:pt idx="5">
                  <c:v>11.0</c:v>
                </c:pt>
                <c:pt idx="6">
                  <c:v>9.9</c:v>
                </c:pt>
                <c:pt idx="7">
                  <c:v>9.7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42.3</c:v>
                </c:pt>
                <c:pt idx="1">
                  <c:v>44.7</c:v>
                </c:pt>
                <c:pt idx="2">
                  <c:v>44.4</c:v>
                </c:pt>
                <c:pt idx="3">
                  <c:v>45.1</c:v>
                </c:pt>
                <c:pt idx="4">
                  <c:v>45.4</c:v>
                </c:pt>
                <c:pt idx="5">
                  <c:v>45.7</c:v>
                </c:pt>
                <c:pt idx="6">
                  <c:v>43.7</c:v>
                </c:pt>
                <c:pt idx="7">
                  <c:v>44.9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44.5</c:v>
                </c:pt>
                <c:pt idx="1">
                  <c:v>42.4</c:v>
                </c:pt>
                <c:pt idx="2">
                  <c:v>42.6</c:v>
                </c:pt>
                <c:pt idx="3">
                  <c:v>42.4</c:v>
                </c:pt>
                <c:pt idx="4">
                  <c:v>41.8</c:v>
                </c:pt>
                <c:pt idx="5">
                  <c:v>42.3</c:v>
                </c:pt>
                <c:pt idx="6">
                  <c:v>43.6</c:v>
                </c:pt>
                <c:pt idx="7">
                  <c:v>41.9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5.6</c:v>
                </c:pt>
                <c:pt idx="1">
                  <c:v>5.5</c:v>
                </c:pt>
                <c:pt idx="2">
                  <c:v>5.4</c:v>
                </c:pt>
                <c:pt idx="3">
                  <c:v>5.7</c:v>
                </c:pt>
                <c:pt idx="4">
                  <c:v>5.8</c:v>
                </c:pt>
                <c:pt idx="5">
                  <c:v>5.5</c:v>
                </c:pt>
                <c:pt idx="6">
                  <c:v>5.9</c:v>
                </c:pt>
                <c:pt idx="7">
                  <c:v>5.5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1.3</c:v>
                </c:pt>
                <c:pt idx="1">
                  <c:v>1.2</c:v>
                </c:pt>
                <c:pt idx="2">
                  <c:v>1.4</c:v>
                </c:pt>
                <c:pt idx="3">
                  <c:v>1.3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1.1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1.2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0.8</c:v>
                </c:pt>
                <c:pt idx="6">
                  <c:v>0.0</c:v>
                </c:pt>
                <c:pt idx="7">
                  <c:v>0.0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5.1</c:v>
                </c:pt>
                <c:pt idx="1">
                  <c:v>5.2</c:v>
                </c:pt>
                <c:pt idx="2">
                  <c:v>5.2</c:v>
                </c:pt>
                <c:pt idx="3">
                  <c:v>4.6</c:v>
                </c:pt>
                <c:pt idx="4">
                  <c:v>4.8</c:v>
                </c:pt>
                <c:pt idx="5">
                  <c:v>4.5</c:v>
                </c:pt>
                <c:pt idx="6">
                  <c:v>5.7</c:v>
                </c:pt>
                <c:pt idx="7">
                  <c:v>6.5</c:v>
                </c:pt>
                <c:pt idx="8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45.4</c:v>
                </c:pt>
                <c:pt idx="1">
                  <c:v>45.3</c:v>
                </c:pt>
                <c:pt idx="2">
                  <c:v>45.7</c:v>
                </c:pt>
                <c:pt idx="3">
                  <c:v>45.9</c:v>
                </c:pt>
                <c:pt idx="4">
                  <c:v>46.0</c:v>
                </c:pt>
                <c:pt idx="5">
                  <c:v>45.9</c:v>
                </c:pt>
                <c:pt idx="6">
                  <c:v>46.4</c:v>
                </c:pt>
                <c:pt idx="7">
                  <c:v>46.3</c:v>
                </c:pt>
                <c:pt idx="8">
                  <c:v>46.5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37.5</c:v>
                </c:pt>
                <c:pt idx="1">
                  <c:v>37.5</c:v>
                </c:pt>
                <c:pt idx="2">
                  <c:v>37.6</c:v>
                </c:pt>
                <c:pt idx="3">
                  <c:v>37.4</c:v>
                </c:pt>
                <c:pt idx="4">
                  <c:v>37.6</c:v>
                </c:pt>
                <c:pt idx="5">
                  <c:v>37.5</c:v>
                </c:pt>
                <c:pt idx="6">
                  <c:v>37.0</c:v>
                </c:pt>
                <c:pt idx="7">
                  <c:v>36.7</c:v>
                </c:pt>
                <c:pt idx="8">
                  <c:v>36.5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6.5</c:v>
                </c:pt>
                <c:pt idx="1">
                  <c:v>6.5</c:v>
                </c:pt>
                <c:pt idx="2">
                  <c:v>6.4</c:v>
                </c:pt>
                <c:pt idx="3">
                  <c:v>6.5</c:v>
                </c:pt>
                <c:pt idx="4">
                  <c:v>6.3</c:v>
                </c:pt>
                <c:pt idx="5">
                  <c:v>6.2</c:v>
                </c:pt>
                <c:pt idx="6">
                  <c:v>6.0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2.1</c:v>
                </c:pt>
                <c:pt idx="1">
                  <c:v>2.1</c:v>
                </c:pt>
                <c:pt idx="2">
                  <c:v>2.1</c:v>
                </c:pt>
                <c:pt idx="3">
                  <c:v>2.1</c:v>
                </c:pt>
                <c:pt idx="4">
                  <c:v>2.0</c:v>
                </c:pt>
                <c:pt idx="5">
                  <c:v>2.0</c:v>
                </c:pt>
                <c:pt idx="6">
                  <c:v>1.9</c:v>
                </c:pt>
                <c:pt idx="7">
                  <c:v>1.8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10/21/2025</c:v>
                </c:pt>
                <c:pt idx="1">
                  <c:v>10/22/2025</c:v>
                </c:pt>
                <c:pt idx="2">
                  <c:v>10/23/2025</c:v>
                </c:pt>
                <c:pt idx="3">
                  <c:v>10/24/2025</c:v>
                </c:pt>
                <c:pt idx="4">
                  <c:v>10/25/2025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8.3</c:v>
                </c:pt>
                <c:pt idx="1">
                  <c:v>8.3</c:v>
                </c:pt>
                <c:pt idx="2">
                  <c:v>8.0</c:v>
                </c:pt>
                <c:pt idx="3">
                  <c:v>8.1</c:v>
                </c:pt>
                <c:pt idx="4">
                  <c:v>7.9</c:v>
                </c:pt>
                <c:pt idx="5">
                  <c:v>8.2</c:v>
                </c:pt>
                <c:pt idx="6">
                  <c:v>8.6</c:v>
                </c:pt>
                <c:pt idx="7">
                  <c:v>8.9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35.0</c:v>
                </c:pt>
                <c:pt idx="1">
                  <c:v>35.5</c:v>
                </c:pt>
                <c:pt idx="2">
                  <c:v>35.3</c:v>
                </c:pt>
                <c:pt idx="3">
                  <c:v>37.1</c:v>
                </c:pt>
                <c:pt idx="4">
                  <c:v>37.3</c:v>
                </c:pt>
                <c:pt idx="5">
                  <c:v>38.3</c:v>
                </c:pt>
                <c:pt idx="6">
                  <c:v>39.6</c:v>
                </c:pt>
                <c:pt idx="7">
                  <c:v>40.5</c:v>
                </c:pt>
                <c:pt idx="8">
                  <c:v>40.8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49.8</c:v>
                </c:pt>
                <c:pt idx="1">
                  <c:v>49.9</c:v>
                </c:pt>
                <c:pt idx="2">
                  <c:v>50.5</c:v>
                </c:pt>
                <c:pt idx="3">
                  <c:v>49.6</c:v>
                </c:pt>
                <c:pt idx="4">
                  <c:v>49.9</c:v>
                </c:pt>
                <c:pt idx="5">
                  <c:v>49.5</c:v>
                </c:pt>
                <c:pt idx="6">
                  <c:v>48.7</c:v>
                </c:pt>
                <c:pt idx="7">
                  <c:v>48.2</c:v>
                </c:pt>
                <c:pt idx="8">
                  <c:v>47.7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3.7</c:v>
                </c:pt>
                <c:pt idx="2">
                  <c:v>3.6</c:v>
                </c:pt>
                <c:pt idx="3">
                  <c:v>3.4</c:v>
                </c:pt>
                <c:pt idx="4">
                  <c:v>3.7</c:v>
                </c:pt>
                <c:pt idx="5">
                  <c:v>3.7</c:v>
                </c:pt>
                <c:pt idx="6">
                  <c:v>3.6</c:v>
                </c:pt>
                <c:pt idx="7">
                  <c:v>3.5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1.4</c:v>
                </c:pt>
                <c:pt idx="1">
                  <c:v>1.3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0.9</c:v>
                </c:pt>
                <c:pt idx="7">
                  <c:v>1.0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0.6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9.0</c:v>
                </c:pt>
                <c:pt idx="1">
                  <c:v>8.7</c:v>
                </c:pt>
                <c:pt idx="2">
                  <c:v>8.4</c:v>
                </c:pt>
                <c:pt idx="3">
                  <c:v>8.0</c:v>
                </c:pt>
                <c:pt idx="4">
                  <c:v>7.3</c:v>
                </c:pt>
                <c:pt idx="5">
                  <c:v>6.8</c:v>
                </c:pt>
                <c:pt idx="6">
                  <c:v>6.6</c:v>
                </c:pt>
                <c:pt idx="7">
                  <c:v>6.3</c:v>
                </c:pt>
                <c:pt idx="8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35.0</c:v>
                </c:pt>
                <c:pt idx="1">
                  <c:v>35.4</c:v>
                </c:pt>
                <c:pt idx="2">
                  <c:v>36.6</c:v>
                </c:pt>
                <c:pt idx="3">
                  <c:v>36.8</c:v>
                </c:pt>
                <c:pt idx="4">
                  <c:v>37.7</c:v>
                </c:pt>
                <c:pt idx="5">
                  <c:v>38.8</c:v>
                </c:pt>
                <c:pt idx="6">
                  <c:v>39.7</c:v>
                </c:pt>
                <c:pt idx="7">
                  <c:v>40.1</c:v>
                </c:pt>
                <c:pt idx="8">
                  <c:v>40.7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52.3</c:v>
                </c:pt>
                <c:pt idx="1">
                  <c:v>52.3</c:v>
                </c:pt>
                <c:pt idx="2">
                  <c:v>51.5</c:v>
                </c:pt>
                <c:pt idx="3">
                  <c:v>51.4</c:v>
                </c:pt>
                <c:pt idx="4">
                  <c:v>51.0</c:v>
                </c:pt>
                <c:pt idx="5">
                  <c:v>50.1</c:v>
                </c:pt>
                <c:pt idx="6">
                  <c:v>49.4</c:v>
                </c:pt>
                <c:pt idx="7">
                  <c:v>48.8</c:v>
                </c:pt>
                <c:pt idx="8">
                  <c:v>48.6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3.3</c:v>
                </c:pt>
                <c:pt idx="2">
                  <c:v>3.2</c:v>
                </c:pt>
                <c:pt idx="3">
                  <c:v>3.5</c:v>
                </c:pt>
                <c:pt idx="4">
                  <c:v>3.5</c:v>
                </c:pt>
                <c:pt idx="5">
                  <c:v>3.4</c:v>
                </c:pt>
                <c:pt idx="6">
                  <c:v>3.4</c:v>
                </c:pt>
                <c:pt idx="7">
                  <c:v>3.6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1.0</c:v>
                </c:pt>
                <c:pt idx="2">
                  <c:v>0.9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0.9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0.5</c:v>
                </c:pt>
                <c:pt idx="6">
                  <c:v>0.5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7.6</c:v>
                </c:pt>
                <c:pt idx="1">
                  <c:v>7.3</c:v>
                </c:pt>
                <c:pt idx="2">
                  <c:v>7.2</c:v>
                </c:pt>
                <c:pt idx="3">
                  <c:v>6.8</c:v>
                </c:pt>
                <c:pt idx="4">
                  <c:v>6.5</c:v>
                </c:pt>
                <c:pt idx="5">
                  <c:v>6.4</c:v>
                </c:pt>
                <c:pt idx="6">
                  <c:v>6.2</c:v>
                </c:pt>
                <c:pt idx="7">
                  <c:v>6.0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46.0</c:v>
                </c:pt>
                <c:pt idx="1">
                  <c:v>44.3</c:v>
                </c:pt>
                <c:pt idx="2">
                  <c:v>44.8</c:v>
                </c:pt>
                <c:pt idx="3">
                  <c:v>38.6</c:v>
                </c:pt>
                <c:pt idx="4">
                  <c:v>38.8</c:v>
                </c:pt>
                <c:pt idx="5">
                  <c:v>41.1</c:v>
                </c:pt>
                <c:pt idx="6">
                  <c:v>40.3</c:v>
                </c:pt>
                <c:pt idx="7">
                  <c:v>41.8</c:v>
                </c:pt>
                <c:pt idx="8">
                  <c:v>42.0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38.9</c:v>
                </c:pt>
                <c:pt idx="1">
                  <c:v>39.0</c:v>
                </c:pt>
                <c:pt idx="2">
                  <c:v>37.7</c:v>
                </c:pt>
                <c:pt idx="3">
                  <c:v>40.9</c:v>
                </c:pt>
                <c:pt idx="4">
                  <c:v>40.9</c:v>
                </c:pt>
                <c:pt idx="5">
                  <c:v>37.4</c:v>
                </c:pt>
                <c:pt idx="6">
                  <c:v>35.0</c:v>
                </c:pt>
                <c:pt idx="7">
                  <c:v>34.6</c:v>
                </c:pt>
                <c:pt idx="8">
                  <c:v>34.3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1.9</c:v>
                </c:pt>
                <c:pt idx="1">
                  <c:v>2.3</c:v>
                </c:pt>
                <c:pt idx="2">
                  <c:v>2.1</c:v>
                </c:pt>
                <c:pt idx="3">
                  <c:v>2.8</c:v>
                </c:pt>
                <c:pt idx="4">
                  <c:v>2.9</c:v>
                </c:pt>
                <c:pt idx="5">
                  <c:v>3.1</c:v>
                </c:pt>
                <c:pt idx="6">
                  <c:v>3.1</c:v>
                </c:pt>
                <c:pt idx="7">
                  <c:v>2.7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3.6</c:v>
                </c:pt>
                <c:pt idx="1">
                  <c:v>3.1</c:v>
                </c:pt>
                <c:pt idx="2">
                  <c:v>3.0</c:v>
                </c:pt>
                <c:pt idx="3">
                  <c:v>2.6</c:v>
                </c:pt>
                <c:pt idx="4">
                  <c:v>3.2</c:v>
                </c:pt>
                <c:pt idx="5">
                  <c:v>3.1</c:v>
                </c:pt>
                <c:pt idx="6">
                  <c:v>2.8</c:v>
                </c:pt>
                <c:pt idx="7">
                  <c:v>2.4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3.4</c:v>
                </c:pt>
                <c:pt idx="1">
                  <c:v>2.9</c:v>
                </c:pt>
                <c:pt idx="2">
                  <c:v>2.7</c:v>
                </c:pt>
                <c:pt idx="3">
                  <c:v>5.3</c:v>
                </c:pt>
                <c:pt idx="4">
                  <c:v>4.5</c:v>
                </c:pt>
                <c:pt idx="5">
                  <c:v>3.9</c:v>
                </c:pt>
                <c:pt idx="6">
                  <c:v>3.9</c:v>
                </c:pt>
                <c:pt idx="7">
                  <c:v>3.7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8.4</c:v>
                </c:pt>
                <c:pt idx="2">
                  <c:v>9.7</c:v>
                </c:pt>
                <c:pt idx="3">
                  <c:v>9.7</c:v>
                </c:pt>
                <c:pt idx="4">
                  <c:v>9.7</c:v>
                </c:pt>
                <c:pt idx="5">
                  <c:v>11.5</c:v>
                </c:pt>
                <c:pt idx="6">
                  <c:v>14.9</c:v>
                </c:pt>
                <c:pt idx="7">
                  <c:v>14.8</c:v>
                </c:pt>
                <c:pt idx="8">
                  <c:v>15.0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38.8</c:v>
                </c:pt>
                <c:pt idx="1">
                  <c:v>39.2</c:v>
                </c:pt>
                <c:pt idx="2">
                  <c:v>37.9</c:v>
                </c:pt>
                <c:pt idx="3">
                  <c:v>37.9</c:v>
                </c:pt>
                <c:pt idx="4">
                  <c:v>38.9</c:v>
                </c:pt>
                <c:pt idx="5">
                  <c:v>38.6</c:v>
                </c:pt>
                <c:pt idx="6">
                  <c:v>39.5</c:v>
                </c:pt>
                <c:pt idx="7">
                  <c:v>39.5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40.3</c:v>
                </c:pt>
                <c:pt idx="1">
                  <c:v>39.8</c:v>
                </c:pt>
                <c:pt idx="2">
                  <c:v>40.4</c:v>
                </c:pt>
                <c:pt idx="3">
                  <c:v>40.4</c:v>
                </c:pt>
                <c:pt idx="4">
                  <c:v>39.1</c:v>
                </c:pt>
                <c:pt idx="5">
                  <c:v>37.6</c:v>
                </c:pt>
                <c:pt idx="6">
                  <c:v>36.8</c:v>
                </c:pt>
                <c:pt idx="7">
                  <c:v>36.6</c:v>
                </c:pt>
                <c:pt idx="8">
                  <c:v>36.7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2.9</c:v>
                </c:pt>
                <c:pt idx="2">
                  <c:v>3.2</c:v>
                </c:pt>
                <c:pt idx="3">
                  <c:v>3.2</c:v>
                </c:pt>
                <c:pt idx="4">
                  <c:v>3.3</c:v>
                </c:pt>
                <c:pt idx="5">
                  <c:v>3.3</c:v>
                </c:pt>
                <c:pt idx="6">
                  <c:v>3.1</c:v>
                </c:pt>
                <c:pt idx="7">
                  <c:v>3.2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6.9</c:v>
                </c:pt>
                <c:pt idx="1">
                  <c:v>6.8</c:v>
                </c:pt>
                <c:pt idx="2">
                  <c:v>6.4</c:v>
                </c:pt>
                <c:pt idx="3">
                  <c:v>6.3</c:v>
                </c:pt>
                <c:pt idx="4">
                  <c:v>6.0</c:v>
                </c:pt>
                <c:pt idx="5">
                  <c:v>5.6</c:v>
                </c:pt>
                <c:pt idx="6">
                  <c:v>5.1</c:v>
                </c:pt>
                <c:pt idx="7">
                  <c:v>5.0</c:v>
                </c:pt>
                <c:pt idx="8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2.4</c:v>
                </c:pt>
                <c:pt idx="1">
                  <c:v>2.4</c:v>
                </c:pt>
                <c:pt idx="2">
                  <c:v>3.1</c:v>
                </c:pt>
                <c:pt idx="3">
                  <c:v>3.0</c:v>
                </c:pt>
                <c:pt idx="4">
                  <c:v>2.8</c:v>
                </c:pt>
                <c:pt idx="5">
                  <c:v>2.9</c:v>
                </c:pt>
                <c:pt idx="6">
                  <c:v>2.9</c:v>
                </c:pt>
                <c:pt idx="7">
                  <c:v>2.8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10/22/2025</c:v>
                </c:pt>
                <c:pt idx="1">
                  <c:v>10/23/2025</c:v>
                </c:pt>
                <c:pt idx="2">
                  <c:v>10/24/2025</c:v>
                </c:pt>
                <c:pt idx="3">
                  <c:v>10/25/2025</c:v>
                </c:pt>
                <c:pt idx="4">
                  <c:v>10/26/2025</c:v>
                </c:pt>
                <c:pt idx="5">
                  <c:v>10/27/2025</c:v>
                </c:pt>
                <c:pt idx="6">
                  <c:v>10/28/2025</c:v>
                </c:pt>
                <c:pt idx="7">
                  <c:v>10/29/2025</c:v>
                </c:pt>
                <c:pt idx="8">
                  <c:v>10/30/2025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8.6</c:v>
                </c:pt>
                <c:pt idx="1">
                  <c:v>9.0</c:v>
                </c:pt>
                <c:pt idx="2">
                  <c:v>9.1</c:v>
                </c:pt>
                <c:pt idx="3">
                  <c:v>9.2</c:v>
                </c:pt>
                <c:pt idx="4">
                  <c:v>9.9</c:v>
                </c:pt>
                <c:pt idx="5">
                  <c:v>12.0</c:v>
                </c:pt>
                <c:pt idx="6">
                  <c:v>12.5</c:v>
                </c:pt>
                <c:pt idx="7">
                  <c:v>12.8</c:v>
                </c:pt>
                <c:pt idx="8">
                  <c:v>12.5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9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0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1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2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3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2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3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5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8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9.xml"/><Relationship Id="rId3" Type="http://schemas.openxmlformats.org/officeDocument/2006/relationships/chart" Target="../charts/chart30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1.xml"/><Relationship Id="rId3" Type="http://schemas.openxmlformats.org/officeDocument/2006/relationships/chart" Target="../charts/chart32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3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4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5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6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8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9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0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1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2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3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4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5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6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8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9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0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1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3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4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5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6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8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9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1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2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3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4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6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8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9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0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1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2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3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4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5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6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8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9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1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2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4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t>Reporting Date: 31st October 2025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34,928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AITC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5/5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31st October 2025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1,518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24,961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9,967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19,919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15,009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34,928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15,121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34,928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12,003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19,215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4,814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7,480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24,961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9,967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1,359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8,101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12,750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3,293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16,626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11,625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18,466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4,658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7,343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886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24,410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9,362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13,739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21,833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1,009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52.9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1,630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766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1,160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28,592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2,204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1,616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4,547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8,102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12,259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8,225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2,529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3,620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3,951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6,316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5,759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9,311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3,668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6,068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3,697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1,767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1,186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988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921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711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678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581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6,866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3,840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1,797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1,490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1,251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1,061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-43.6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793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736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7,104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15,121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34,928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3,206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15,865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23,642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9,443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3,258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7,984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12,053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8,034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23,268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8,746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27,177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2,100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1,514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16,807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: 34,906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16,810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34,912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34,305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Unemployment / lack of jobs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55.5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Price rise / inflation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42.0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Infrastructure (roads, connectivity)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28.1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Education system issues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Healthcare not good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23.2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Electricity/power problems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18.3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of women (crime / security)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13.5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Others(Specify)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12.2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for migrant workers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7.5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Floods and natural disasters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7.4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Teacher protests &amp; job insecurity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6.8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Voter list issues / fear of losing citizenship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34,928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34,908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 wrap="none"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1,746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2,973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3,249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6,552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2,420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5,651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4,158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8,799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5,244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10,953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1,502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 wrap="none"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1,276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1,578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2,762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3,612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3,935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3,619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1,855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